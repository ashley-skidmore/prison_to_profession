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 id="269"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9B4E55-D5E8-4675-908F-49E3E051134E}" v="33" dt="2025-07-10T21:51:29.9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6" autoAdjust="0"/>
    <p:restoredTop sz="94660"/>
  </p:normalViewPr>
  <p:slideViewPr>
    <p:cSldViewPr snapToGrid="0">
      <p:cViewPr varScale="1">
        <p:scale>
          <a:sx n="111" d="100"/>
          <a:sy n="111" d="100"/>
        </p:scale>
        <p:origin x="5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kidmore, Ashley (Ashland)" userId="e9632adf-63fc-410d-b7a6-aeefea2bbcdf" providerId="ADAL" clId="{AF9B4E55-D5E8-4675-908F-49E3E051134E}"/>
    <pc:docChg chg="undo custSel addSld delSld modSld sldOrd">
      <pc:chgData name="Skidmore, Ashley (Ashland)" userId="e9632adf-63fc-410d-b7a6-aeefea2bbcdf" providerId="ADAL" clId="{AF9B4E55-D5E8-4675-908F-49E3E051134E}" dt="2025-07-10T21:51:43.990" v="2492" actId="1035"/>
      <pc:docMkLst>
        <pc:docMk/>
      </pc:docMkLst>
      <pc:sldChg chg="addSp delSp modSp new mod">
        <pc:chgData name="Skidmore, Ashley (Ashland)" userId="e9632adf-63fc-410d-b7a6-aeefea2bbcdf" providerId="ADAL" clId="{AF9B4E55-D5E8-4675-908F-49E3E051134E}" dt="2025-07-06T20:13:47.861" v="29"/>
        <pc:sldMkLst>
          <pc:docMk/>
          <pc:sldMk cId="2112531326" sldId="257"/>
        </pc:sldMkLst>
        <pc:spChg chg="mod">
          <ac:chgData name="Skidmore, Ashley (Ashland)" userId="e9632adf-63fc-410d-b7a6-aeefea2bbcdf" providerId="ADAL" clId="{AF9B4E55-D5E8-4675-908F-49E3E051134E}" dt="2025-07-06T20:13:45.146" v="28" actId="20577"/>
          <ac:spMkLst>
            <pc:docMk/>
            <pc:sldMk cId="2112531326" sldId="257"/>
            <ac:spMk id="2" creationId="{EB731451-C8B6-BD65-7012-F64C485AA532}"/>
          </ac:spMkLst>
        </pc:spChg>
        <pc:spChg chg="mod">
          <ac:chgData name="Skidmore, Ashley (Ashland)" userId="e9632adf-63fc-410d-b7a6-aeefea2bbcdf" providerId="ADAL" clId="{AF9B4E55-D5E8-4675-908F-49E3E051134E}" dt="2025-07-06T20:13:47.861" v="29"/>
          <ac:spMkLst>
            <pc:docMk/>
            <pc:sldMk cId="2112531326" sldId="257"/>
            <ac:spMk id="4" creationId="{1BA58A04-C547-3203-8E4E-B52B6770571F}"/>
          </ac:spMkLst>
        </pc:spChg>
        <pc:picChg chg="add mod">
          <ac:chgData name="Skidmore, Ashley (Ashland)" userId="e9632adf-63fc-410d-b7a6-aeefea2bbcdf" providerId="ADAL" clId="{AF9B4E55-D5E8-4675-908F-49E3E051134E}" dt="2025-07-06T20:13:20.984" v="10" actId="962"/>
          <ac:picMkLst>
            <pc:docMk/>
            <pc:sldMk cId="2112531326" sldId="257"/>
            <ac:picMk id="8" creationId="{EA406253-910B-D8E6-7D36-F82C0BEF20A0}"/>
          </ac:picMkLst>
        </pc:picChg>
      </pc:sldChg>
      <pc:sldChg chg="delSp modSp new mod">
        <pc:chgData name="Skidmore, Ashley (Ashland)" userId="e9632adf-63fc-410d-b7a6-aeefea2bbcdf" providerId="ADAL" clId="{AF9B4E55-D5E8-4675-908F-49E3E051134E}" dt="2025-07-06T21:00:23.469" v="1963" actId="20577"/>
        <pc:sldMkLst>
          <pc:docMk/>
          <pc:sldMk cId="1202998437" sldId="258"/>
        </pc:sldMkLst>
        <pc:spChg chg="mod">
          <ac:chgData name="Skidmore, Ashley (Ashland)" userId="e9632adf-63fc-410d-b7a6-aeefea2bbcdf" providerId="ADAL" clId="{AF9B4E55-D5E8-4675-908F-49E3E051134E}" dt="2025-07-06T20:15:30.357" v="97" actId="1036"/>
          <ac:spMkLst>
            <pc:docMk/>
            <pc:sldMk cId="1202998437" sldId="258"/>
            <ac:spMk id="2" creationId="{5F7700EA-2412-7BF7-3CEC-2391A1563F54}"/>
          </ac:spMkLst>
        </pc:spChg>
        <pc:spChg chg="mod">
          <ac:chgData name="Skidmore, Ashley (Ashland)" userId="e9632adf-63fc-410d-b7a6-aeefea2bbcdf" providerId="ADAL" clId="{AF9B4E55-D5E8-4675-908F-49E3E051134E}" dt="2025-07-06T21:00:23.469" v="1963" actId="20577"/>
          <ac:spMkLst>
            <pc:docMk/>
            <pc:sldMk cId="1202998437" sldId="258"/>
            <ac:spMk id="3" creationId="{543991B8-41C2-43C2-7D15-D1DFFA45CB65}"/>
          </ac:spMkLst>
        </pc:spChg>
      </pc:sldChg>
      <pc:sldChg chg="new del">
        <pc:chgData name="Skidmore, Ashley (Ashland)" userId="e9632adf-63fc-410d-b7a6-aeefea2bbcdf" providerId="ADAL" clId="{AF9B4E55-D5E8-4675-908F-49E3E051134E}" dt="2025-07-06T20:14:02.561" v="31" actId="680"/>
        <pc:sldMkLst>
          <pc:docMk/>
          <pc:sldMk cId="1634421696" sldId="258"/>
        </pc:sldMkLst>
      </pc:sldChg>
      <pc:sldChg chg="delSp modSp new mod">
        <pc:chgData name="Skidmore, Ashley (Ashland)" userId="e9632adf-63fc-410d-b7a6-aeefea2bbcdf" providerId="ADAL" clId="{AF9B4E55-D5E8-4675-908F-49E3E051134E}" dt="2025-07-06T20:15:55.772" v="115" actId="478"/>
        <pc:sldMkLst>
          <pc:docMk/>
          <pc:sldMk cId="3412969806" sldId="259"/>
        </pc:sldMkLst>
        <pc:spChg chg="mod">
          <ac:chgData name="Skidmore, Ashley (Ashland)" userId="e9632adf-63fc-410d-b7a6-aeefea2bbcdf" providerId="ADAL" clId="{AF9B4E55-D5E8-4675-908F-49E3E051134E}" dt="2025-07-06T20:15:47.603" v="114" actId="20577"/>
          <ac:spMkLst>
            <pc:docMk/>
            <pc:sldMk cId="3412969806" sldId="259"/>
            <ac:spMk id="2" creationId="{A9B1E8F3-1ACE-A1FB-87C5-B73D7BB9EEC0}"/>
          </ac:spMkLst>
        </pc:spChg>
      </pc:sldChg>
      <pc:sldChg chg="addSp delSp modSp new mod">
        <pc:chgData name="Skidmore, Ashley (Ashland)" userId="e9632adf-63fc-410d-b7a6-aeefea2bbcdf" providerId="ADAL" clId="{AF9B4E55-D5E8-4675-908F-49E3E051134E}" dt="2025-07-06T20:19:16.502" v="431" actId="20577"/>
        <pc:sldMkLst>
          <pc:docMk/>
          <pc:sldMk cId="3463863908" sldId="260"/>
        </pc:sldMkLst>
        <pc:spChg chg="mod">
          <ac:chgData name="Skidmore, Ashley (Ashland)" userId="e9632adf-63fc-410d-b7a6-aeefea2bbcdf" providerId="ADAL" clId="{AF9B4E55-D5E8-4675-908F-49E3E051134E}" dt="2025-07-06T20:17:04.818" v="156" actId="20577"/>
          <ac:spMkLst>
            <pc:docMk/>
            <pc:sldMk cId="3463863908" sldId="260"/>
            <ac:spMk id="2" creationId="{CFB8ACFA-BA59-968E-1D20-0851563311D7}"/>
          </ac:spMkLst>
        </pc:spChg>
        <pc:spChg chg="mod">
          <ac:chgData name="Skidmore, Ashley (Ashland)" userId="e9632adf-63fc-410d-b7a6-aeefea2bbcdf" providerId="ADAL" clId="{AF9B4E55-D5E8-4675-908F-49E3E051134E}" dt="2025-07-06T20:19:16.502" v="431" actId="20577"/>
          <ac:spMkLst>
            <pc:docMk/>
            <pc:sldMk cId="3463863908" sldId="260"/>
            <ac:spMk id="4" creationId="{F7249AEA-E717-93F4-60E8-60871EFA0A84}"/>
          </ac:spMkLst>
        </pc:spChg>
        <pc:picChg chg="add mod">
          <ac:chgData name="Skidmore, Ashley (Ashland)" userId="e9632adf-63fc-410d-b7a6-aeefea2bbcdf" providerId="ADAL" clId="{AF9B4E55-D5E8-4675-908F-49E3E051134E}" dt="2025-07-06T20:16:48.737" v="119" actId="962"/>
          <ac:picMkLst>
            <pc:docMk/>
            <pc:sldMk cId="3463863908" sldId="260"/>
            <ac:picMk id="6" creationId="{9DB3C73B-A449-EF1F-0B0F-8FBE47980F51}"/>
          </ac:picMkLst>
        </pc:picChg>
      </pc:sldChg>
      <pc:sldChg chg="addSp delSp modSp new mod setBg">
        <pc:chgData name="Skidmore, Ashley (Ashland)" userId="e9632adf-63fc-410d-b7a6-aeefea2bbcdf" providerId="ADAL" clId="{AF9B4E55-D5E8-4675-908F-49E3E051134E}" dt="2025-07-06T20:22:27" v="559" actId="14100"/>
        <pc:sldMkLst>
          <pc:docMk/>
          <pc:sldMk cId="3969537788" sldId="261"/>
        </pc:sldMkLst>
        <pc:spChg chg="mod">
          <ac:chgData name="Skidmore, Ashley (Ashland)" userId="e9632adf-63fc-410d-b7a6-aeefea2bbcdf" providerId="ADAL" clId="{AF9B4E55-D5E8-4675-908F-49E3E051134E}" dt="2025-07-06T20:20:11.592" v="465" actId="26606"/>
          <ac:spMkLst>
            <pc:docMk/>
            <pc:sldMk cId="3969537788" sldId="261"/>
            <ac:spMk id="2" creationId="{9CCAC554-F176-418F-EB7D-EB772EDDA4A9}"/>
          </ac:spMkLst>
        </pc:spChg>
        <pc:spChg chg="mod">
          <ac:chgData name="Skidmore, Ashley (Ashland)" userId="e9632adf-63fc-410d-b7a6-aeefea2bbcdf" providerId="ADAL" clId="{AF9B4E55-D5E8-4675-908F-49E3E051134E}" dt="2025-07-06T20:20:49.672" v="503" actId="20577"/>
          <ac:spMkLst>
            <pc:docMk/>
            <pc:sldMk cId="3969537788" sldId="261"/>
            <ac:spMk id="4" creationId="{2D6848AE-C654-5013-DAA6-BC282785C56E}"/>
          </ac:spMkLst>
        </pc:spChg>
        <pc:picChg chg="add mod">
          <ac:chgData name="Skidmore, Ashley (Ashland)" userId="e9632adf-63fc-410d-b7a6-aeefea2bbcdf" providerId="ADAL" clId="{AF9B4E55-D5E8-4675-908F-49E3E051134E}" dt="2025-07-06T20:22:27" v="559" actId="14100"/>
          <ac:picMkLst>
            <pc:docMk/>
            <pc:sldMk cId="3969537788" sldId="261"/>
            <ac:picMk id="10" creationId="{75207DC2-96CD-7B5B-1B45-04DFD3D357F2}"/>
          </ac:picMkLst>
        </pc:picChg>
      </pc:sldChg>
      <pc:sldChg chg="addSp delSp modSp new mod">
        <pc:chgData name="Skidmore, Ashley (Ashland)" userId="e9632adf-63fc-410d-b7a6-aeefea2bbcdf" providerId="ADAL" clId="{AF9B4E55-D5E8-4675-908F-49E3E051134E}" dt="2025-07-06T20:26:34.768" v="926" actId="14100"/>
        <pc:sldMkLst>
          <pc:docMk/>
          <pc:sldMk cId="2372287732" sldId="262"/>
        </pc:sldMkLst>
        <pc:spChg chg="mod">
          <ac:chgData name="Skidmore, Ashley (Ashland)" userId="e9632adf-63fc-410d-b7a6-aeefea2bbcdf" providerId="ADAL" clId="{AF9B4E55-D5E8-4675-908F-49E3E051134E}" dt="2025-07-06T20:22:54.344" v="596" actId="20577"/>
          <ac:spMkLst>
            <pc:docMk/>
            <pc:sldMk cId="2372287732" sldId="262"/>
            <ac:spMk id="2" creationId="{10CC9DC6-5845-F17F-DDD0-85B751E2005D}"/>
          </ac:spMkLst>
        </pc:spChg>
        <pc:spChg chg="mod">
          <ac:chgData name="Skidmore, Ashley (Ashland)" userId="e9632adf-63fc-410d-b7a6-aeefea2bbcdf" providerId="ADAL" clId="{AF9B4E55-D5E8-4675-908F-49E3E051134E}" dt="2025-07-06T20:25:48.649" v="865" actId="1036"/>
          <ac:spMkLst>
            <pc:docMk/>
            <pc:sldMk cId="2372287732" sldId="262"/>
            <ac:spMk id="4" creationId="{304FD29F-7AD7-3174-EC4F-9BDAEE88D2A5}"/>
          </ac:spMkLst>
        </pc:spChg>
        <pc:picChg chg="add mod">
          <ac:chgData name="Skidmore, Ashley (Ashland)" userId="e9632adf-63fc-410d-b7a6-aeefea2bbcdf" providerId="ADAL" clId="{AF9B4E55-D5E8-4675-908F-49E3E051134E}" dt="2025-07-06T20:26:34.768" v="926" actId="14100"/>
          <ac:picMkLst>
            <pc:docMk/>
            <pc:sldMk cId="2372287732" sldId="262"/>
            <ac:picMk id="10" creationId="{63CAC5F9-B735-7A8E-6B25-CB9646B0580A}"/>
          </ac:picMkLst>
        </pc:picChg>
      </pc:sldChg>
      <pc:sldChg chg="delSp modSp new mod">
        <pc:chgData name="Skidmore, Ashley (Ashland)" userId="e9632adf-63fc-410d-b7a6-aeefea2bbcdf" providerId="ADAL" clId="{AF9B4E55-D5E8-4675-908F-49E3E051134E}" dt="2025-07-06T20:28:08.646" v="1008" actId="1036"/>
        <pc:sldMkLst>
          <pc:docMk/>
          <pc:sldMk cId="2289412193" sldId="263"/>
        </pc:sldMkLst>
        <pc:spChg chg="mod">
          <ac:chgData name="Skidmore, Ashley (Ashland)" userId="e9632adf-63fc-410d-b7a6-aeefea2bbcdf" providerId="ADAL" clId="{AF9B4E55-D5E8-4675-908F-49E3E051134E}" dt="2025-07-06T20:28:08.646" v="1008" actId="1036"/>
          <ac:spMkLst>
            <pc:docMk/>
            <pc:sldMk cId="2289412193" sldId="263"/>
            <ac:spMk id="2" creationId="{95B27902-DA23-1D54-041F-641AB3A5375C}"/>
          </ac:spMkLst>
        </pc:spChg>
      </pc:sldChg>
      <pc:sldChg chg="modSp new del mod">
        <pc:chgData name="Skidmore, Ashley (Ashland)" userId="e9632adf-63fc-410d-b7a6-aeefea2bbcdf" providerId="ADAL" clId="{AF9B4E55-D5E8-4675-908F-49E3E051134E}" dt="2025-07-06T20:27:27.184" v="959" actId="680"/>
        <pc:sldMkLst>
          <pc:docMk/>
          <pc:sldMk cId="2839551877" sldId="263"/>
        </pc:sldMkLst>
      </pc:sldChg>
      <pc:sldChg chg="new del">
        <pc:chgData name="Skidmore, Ashley (Ashland)" userId="e9632adf-63fc-410d-b7a6-aeefea2bbcdf" providerId="ADAL" clId="{AF9B4E55-D5E8-4675-908F-49E3E051134E}" dt="2025-07-06T20:27:43.812" v="961" actId="680"/>
        <pc:sldMkLst>
          <pc:docMk/>
          <pc:sldMk cId="3678622080" sldId="263"/>
        </pc:sldMkLst>
      </pc:sldChg>
      <pc:sldChg chg="modSp new mod">
        <pc:chgData name="Skidmore, Ashley (Ashland)" userId="e9632adf-63fc-410d-b7a6-aeefea2bbcdf" providerId="ADAL" clId="{AF9B4E55-D5E8-4675-908F-49E3E051134E}" dt="2025-07-06T20:29:27.110" v="1142" actId="1035"/>
        <pc:sldMkLst>
          <pc:docMk/>
          <pc:sldMk cId="3577415934" sldId="264"/>
        </pc:sldMkLst>
        <pc:spChg chg="mod">
          <ac:chgData name="Skidmore, Ashley (Ashland)" userId="e9632adf-63fc-410d-b7a6-aeefea2bbcdf" providerId="ADAL" clId="{AF9B4E55-D5E8-4675-908F-49E3E051134E}" dt="2025-07-06T20:29:27.110" v="1142" actId="1035"/>
          <ac:spMkLst>
            <pc:docMk/>
            <pc:sldMk cId="3577415934" sldId="264"/>
            <ac:spMk id="2" creationId="{E5EF78AD-DDD5-F236-0D4E-8AE873D8B710}"/>
          </ac:spMkLst>
        </pc:spChg>
        <pc:spChg chg="mod">
          <ac:chgData name="Skidmore, Ashley (Ashland)" userId="e9632adf-63fc-410d-b7a6-aeefea2bbcdf" providerId="ADAL" clId="{AF9B4E55-D5E8-4675-908F-49E3E051134E}" dt="2025-07-06T20:29:20.069" v="1116" actId="1035"/>
          <ac:spMkLst>
            <pc:docMk/>
            <pc:sldMk cId="3577415934" sldId="264"/>
            <ac:spMk id="3" creationId="{64EC913E-0A97-EA4D-1AFA-BB4E1E647656}"/>
          </ac:spMkLst>
        </pc:spChg>
      </pc:sldChg>
      <pc:sldChg chg="modSp add mod">
        <pc:chgData name="Skidmore, Ashley (Ashland)" userId="e9632adf-63fc-410d-b7a6-aeefea2bbcdf" providerId="ADAL" clId="{AF9B4E55-D5E8-4675-908F-49E3E051134E}" dt="2025-07-10T21:43:11.585" v="2003" actId="20577"/>
        <pc:sldMkLst>
          <pc:docMk/>
          <pc:sldMk cId="2069388411" sldId="265"/>
        </pc:sldMkLst>
        <pc:spChg chg="mod">
          <ac:chgData name="Skidmore, Ashley (Ashland)" userId="e9632adf-63fc-410d-b7a6-aeefea2bbcdf" providerId="ADAL" clId="{AF9B4E55-D5E8-4675-908F-49E3E051134E}" dt="2025-07-10T21:43:11.585" v="2003" actId="20577"/>
          <ac:spMkLst>
            <pc:docMk/>
            <pc:sldMk cId="2069388411" sldId="265"/>
            <ac:spMk id="2" creationId="{318383E4-A649-2F64-EEFE-1610BDC2DF52}"/>
          </ac:spMkLst>
        </pc:spChg>
        <pc:spChg chg="mod">
          <ac:chgData name="Skidmore, Ashley (Ashland)" userId="e9632adf-63fc-410d-b7a6-aeefea2bbcdf" providerId="ADAL" clId="{AF9B4E55-D5E8-4675-908F-49E3E051134E}" dt="2025-07-10T21:42:49.909" v="1969" actId="20577"/>
          <ac:spMkLst>
            <pc:docMk/>
            <pc:sldMk cId="2069388411" sldId="265"/>
            <ac:spMk id="3" creationId="{A940CD6B-8DDC-C17B-340A-0BA58689AAA0}"/>
          </ac:spMkLst>
        </pc:spChg>
      </pc:sldChg>
      <pc:sldChg chg="modSp add mod ord">
        <pc:chgData name="Skidmore, Ashley (Ashland)" userId="e9632adf-63fc-410d-b7a6-aeefea2bbcdf" providerId="ADAL" clId="{AF9B4E55-D5E8-4675-908F-49E3E051134E}" dt="2025-07-10T21:45:23.104" v="2323" actId="14100"/>
        <pc:sldMkLst>
          <pc:docMk/>
          <pc:sldMk cId="1106272256" sldId="266"/>
        </pc:sldMkLst>
        <pc:spChg chg="mod">
          <ac:chgData name="Skidmore, Ashley (Ashland)" userId="e9632adf-63fc-410d-b7a6-aeefea2bbcdf" providerId="ADAL" clId="{AF9B4E55-D5E8-4675-908F-49E3E051134E}" dt="2025-07-10T21:45:23.104" v="2323" actId="14100"/>
          <ac:spMkLst>
            <pc:docMk/>
            <pc:sldMk cId="1106272256" sldId="266"/>
            <ac:spMk id="2" creationId="{A19204D9-5BDC-CC39-BBE0-698259DCAEAC}"/>
          </ac:spMkLst>
        </pc:spChg>
        <pc:spChg chg="mod">
          <ac:chgData name="Skidmore, Ashley (Ashland)" userId="e9632adf-63fc-410d-b7a6-aeefea2bbcdf" providerId="ADAL" clId="{AF9B4E55-D5E8-4675-908F-49E3E051134E}" dt="2025-07-10T21:42:44.918" v="1967" actId="20577"/>
          <ac:spMkLst>
            <pc:docMk/>
            <pc:sldMk cId="1106272256" sldId="266"/>
            <ac:spMk id="3" creationId="{77A4B671-E229-3DE4-4B24-39A0DE8CE290}"/>
          </ac:spMkLst>
        </pc:spChg>
      </pc:sldChg>
      <pc:sldChg chg="modSp new mod">
        <pc:chgData name="Skidmore, Ashley (Ashland)" userId="e9632adf-63fc-410d-b7a6-aeefea2bbcdf" providerId="ADAL" clId="{AF9B4E55-D5E8-4675-908F-49E3E051134E}" dt="2025-07-06T20:36:16.801" v="1954" actId="207"/>
        <pc:sldMkLst>
          <pc:docMk/>
          <pc:sldMk cId="1781353271" sldId="267"/>
        </pc:sldMkLst>
        <pc:spChg chg="mod">
          <ac:chgData name="Skidmore, Ashley (Ashland)" userId="e9632adf-63fc-410d-b7a6-aeefea2bbcdf" providerId="ADAL" clId="{AF9B4E55-D5E8-4675-908F-49E3E051134E}" dt="2025-07-06T20:36:16.801" v="1954" actId="207"/>
          <ac:spMkLst>
            <pc:docMk/>
            <pc:sldMk cId="1781353271" sldId="267"/>
            <ac:spMk id="2" creationId="{4B978F7E-06D1-C9F6-D839-CFE299971B28}"/>
          </ac:spMkLst>
        </pc:spChg>
        <pc:spChg chg="mod">
          <ac:chgData name="Skidmore, Ashley (Ashland)" userId="e9632adf-63fc-410d-b7a6-aeefea2bbcdf" providerId="ADAL" clId="{AF9B4E55-D5E8-4675-908F-49E3E051134E}" dt="2025-07-06T20:33:57.666" v="1629" actId="1035"/>
          <ac:spMkLst>
            <pc:docMk/>
            <pc:sldMk cId="1781353271" sldId="267"/>
            <ac:spMk id="3" creationId="{347CBF4D-7B01-B07E-0649-386333DC6582}"/>
          </ac:spMkLst>
        </pc:spChg>
      </pc:sldChg>
      <pc:sldChg chg="addSp delSp modSp new mod">
        <pc:chgData name="Skidmore, Ashley (Ashland)" userId="e9632adf-63fc-410d-b7a6-aeefea2bbcdf" providerId="ADAL" clId="{AF9B4E55-D5E8-4675-908F-49E3E051134E}" dt="2025-07-10T21:51:43.990" v="2492" actId="1035"/>
        <pc:sldMkLst>
          <pc:docMk/>
          <pc:sldMk cId="1215546209" sldId="268"/>
        </pc:sldMkLst>
        <pc:spChg chg="mod">
          <ac:chgData name="Skidmore, Ashley (Ashland)" userId="e9632adf-63fc-410d-b7a6-aeefea2bbcdf" providerId="ADAL" clId="{AF9B4E55-D5E8-4675-908F-49E3E051134E}" dt="2025-07-10T21:45:56.226" v="2366" actId="20577"/>
          <ac:spMkLst>
            <pc:docMk/>
            <pc:sldMk cId="1215546209" sldId="268"/>
            <ac:spMk id="2" creationId="{43C6A1D0-B05A-104D-3223-DDEE6E475B99}"/>
          </ac:spMkLst>
        </pc:spChg>
        <pc:spChg chg="del">
          <ac:chgData name="Skidmore, Ashley (Ashland)" userId="e9632adf-63fc-410d-b7a6-aeefea2bbcdf" providerId="ADAL" clId="{AF9B4E55-D5E8-4675-908F-49E3E051134E}" dt="2025-07-10T21:50:57.480" v="2436" actId="931"/>
          <ac:spMkLst>
            <pc:docMk/>
            <pc:sldMk cId="1215546209" sldId="268"/>
            <ac:spMk id="3" creationId="{13157FF6-C2B3-DCA0-F89B-0396B52E046D}"/>
          </ac:spMkLst>
        </pc:spChg>
        <pc:spChg chg="mod">
          <ac:chgData name="Skidmore, Ashley (Ashland)" userId="e9632adf-63fc-410d-b7a6-aeefea2bbcdf" providerId="ADAL" clId="{AF9B4E55-D5E8-4675-908F-49E3E051134E}" dt="2025-07-10T21:50:47.390" v="2435" actId="20577"/>
          <ac:spMkLst>
            <pc:docMk/>
            <pc:sldMk cId="1215546209" sldId="268"/>
            <ac:spMk id="4" creationId="{EFC2DE03-BD56-D16D-CD3E-DDBC1344AEB3}"/>
          </ac:spMkLst>
        </pc:spChg>
        <pc:spChg chg="add del mod">
          <ac:chgData name="Skidmore, Ashley (Ashland)" userId="e9632adf-63fc-410d-b7a6-aeefea2bbcdf" providerId="ADAL" clId="{AF9B4E55-D5E8-4675-908F-49E3E051134E}" dt="2025-07-10T21:51:28.262" v="2441" actId="478"/>
          <ac:spMkLst>
            <pc:docMk/>
            <pc:sldMk cId="1215546209" sldId="268"/>
            <ac:spMk id="8" creationId="{C22292D8-AA78-1103-9B34-3FBA9B92782A}"/>
          </ac:spMkLst>
        </pc:spChg>
        <pc:picChg chg="add del mod">
          <ac:chgData name="Skidmore, Ashley (Ashland)" userId="e9632adf-63fc-410d-b7a6-aeefea2bbcdf" providerId="ADAL" clId="{AF9B4E55-D5E8-4675-908F-49E3E051134E}" dt="2025-07-10T21:51:07.836" v="2440" actId="478"/>
          <ac:picMkLst>
            <pc:docMk/>
            <pc:sldMk cId="1215546209" sldId="268"/>
            <ac:picMk id="6" creationId="{7511417E-81E8-9766-78C2-C6A21439D435}"/>
          </ac:picMkLst>
        </pc:picChg>
        <pc:picChg chg="add mod">
          <ac:chgData name="Skidmore, Ashley (Ashland)" userId="e9632adf-63fc-410d-b7a6-aeefea2bbcdf" providerId="ADAL" clId="{AF9B4E55-D5E8-4675-908F-49E3E051134E}" dt="2025-07-10T21:51:43.990" v="2492" actId="1035"/>
          <ac:picMkLst>
            <pc:docMk/>
            <pc:sldMk cId="1215546209" sldId="268"/>
            <ac:picMk id="10" creationId="{255C1B81-30CB-5045-BD56-2F3F3507A399}"/>
          </ac:picMkLst>
        </pc:picChg>
      </pc:sldChg>
      <pc:sldChg chg="addSp delSp modSp add mod ord">
        <pc:chgData name="Skidmore, Ashley (Ashland)" userId="e9632adf-63fc-410d-b7a6-aeefea2bbcdf" providerId="ADAL" clId="{AF9B4E55-D5E8-4675-908F-49E3E051134E}" dt="2025-07-10T21:50:05.869" v="2430"/>
        <pc:sldMkLst>
          <pc:docMk/>
          <pc:sldMk cId="3051523198" sldId="269"/>
        </pc:sldMkLst>
        <pc:spChg chg="del">
          <ac:chgData name="Skidmore, Ashley (Ashland)" userId="e9632adf-63fc-410d-b7a6-aeefea2bbcdf" providerId="ADAL" clId="{AF9B4E55-D5E8-4675-908F-49E3E051134E}" dt="2025-07-10T21:49:34.505" v="2378" actId="478"/>
          <ac:spMkLst>
            <pc:docMk/>
            <pc:sldMk cId="3051523198" sldId="269"/>
            <ac:spMk id="3" creationId="{0B3F34E3-288C-B935-6878-BA3E1ECEEE59}"/>
          </ac:spMkLst>
        </pc:spChg>
        <pc:spChg chg="mod">
          <ac:chgData name="Skidmore, Ashley (Ashland)" userId="e9632adf-63fc-410d-b7a6-aeefea2bbcdf" providerId="ADAL" clId="{AF9B4E55-D5E8-4675-908F-49E3E051134E}" dt="2025-07-10T21:47:30.997" v="2377" actId="20577"/>
          <ac:spMkLst>
            <pc:docMk/>
            <pc:sldMk cId="3051523198" sldId="269"/>
            <ac:spMk id="4" creationId="{B053255F-5F7D-ABC8-9367-CDE17CBFFBA7}"/>
          </ac:spMkLst>
        </pc:spChg>
        <pc:picChg chg="add mod">
          <ac:chgData name="Skidmore, Ashley (Ashland)" userId="e9632adf-63fc-410d-b7a6-aeefea2bbcdf" providerId="ADAL" clId="{AF9B4E55-D5E8-4675-908F-49E3E051134E}" dt="2025-07-10T21:49:54.739" v="2428" actId="14100"/>
          <ac:picMkLst>
            <pc:docMk/>
            <pc:sldMk cId="3051523198" sldId="269"/>
            <ac:picMk id="6" creationId="{E1C2CF41-02C6-AAA5-6187-2CB6F387ACCA}"/>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F71D2-78C4-EBF3-AD04-C1EFC5E08D2F}"/>
              </a:ext>
            </a:extLst>
          </p:cNvPr>
          <p:cNvSpPr>
            <a:spLocks noGrp="1"/>
          </p:cNvSpPr>
          <p:nvPr>
            <p:ph type="ctrTitle" hasCustomPrompt="1"/>
          </p:nvPr>
        </p:nvSpPr>
        <p:spPr>
          <a:xfrm>
            <a:off x="1524000" y="1122363"/>
            <a:ext cx="9144000" cy="2387600"/>
          </a:xfrm>
        </p:spPr>
        <p:txBody>
          <a:bodyPr anchor="b">
            <a:normAutofit/>
          </a:bodyPr>
          <a:lstStyle>
            <a:lvl1pPr algn="ctr">
              <a:defRPr sz="5400" b="1" cap="all" baseline="0">
                <a:solidFill>
                  <a:schemeClr val="bg1"/>
                </a:solidFill>
              </a:defRPr>
            </a:lvl1pPr>
          </a:lstStyle>
          <a:p>
            <a:r>
              <a:rPr lang="en-US" dirty="0"/>
              <a:t>THIS IS THE CORRECT FORMAT FOR THE TITLE SLIDE</a:t>
            </a:r>
          </a:p>
        </p:txBody>
      </p:sp>
      <p:sp>
        <p:nvSpPr>
          <p:cNvPr id="3" name="Subtitle 2">
            <a:extLst>
              <a:ext uri="{FF2B5EF4-FFF2-40B4-BE49-F238E27FC236}">
                <a16:creationId xmlns:a16="http://schemas.microsoft.com/office/drawing/2014/main" id="{1706483F-B947-EC47-F41E-23957ADE943B}"/>
              </a:ext>
            </a:extLst>
          </p:cNvPr>
          <p:cNvSpPr>
            <a:spLocks noGrp="1"/>
          </p:cNvSpPr>
          <p:nvPr>
            <p:ph type="subTitle" idx="1" hasCustomPrompt="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 Subtitle (if needed) Here</a:t>
            </a:r>
          </a:p>
        </p:txBody>
      </p:sp>
      <p:sp>
        <p:nvSpPr>
          <p:cNvPr id="4" name="Date Placeholder 3">
            <a:extLst>
              <a:ext uri="{FF2B5EF4-FFF2-40B4-BE49-F238E27FC236}">
                <a16:creationId xmlns:a16="http://schemas.microsoft.com/office/drawing/2014/main" id="{63EFDB63-D539-21C7-A29E-138FCB00DC6E}"/>
              </a:ext>
            </a:extLst>
          </p:cNvPr>
          <p:cNvSpPr>
            <a:spLocks noGrp="1"/>
          </p:cNvSpPr>
          <p:nvPr>
            <p:ph type="dt" sz="half" idx="10"/>
          </p:nvPr>
        </p:nvSpPr>
        <p:spPr>
          <a:xfrm>
            <a:off x="152400" y="5716271"/>
            <a:ext cx="2743200" cy="365125"/>
          </a:xfrm>
        </p:spPr>
        <p:txBody>
          <a:bodyPr/>
          <a:lstStyle>
            <a:lvl1pPr>
              <a:defRPr>
                <a:solidFill>
                  <a:schemeClr val="bg1"/>
                </a:solidFill>
              </a:defRPr>
            </a:lvl1pPr>
          </a:lstStyle>
          <a:p>
            <a:fld id="{7E1F66B9-56F5-4B42-AE20-E71E7BA58FDC}" type="datetimeFigureOut">
              <a:rPr lang="en-US" smtClean="0"/>
              <a:pPr/>
              <a:t>7/10/2025</a:t>
            </a:fld>
            <a:endParaRPr lang="en-US" dirty="0"/>
          </a:p>
        </p:txBody>
      </p:sp>
      <p:sp>
        <p:nvSpPr>
          <p:cNvPr id="5" name="Footer Placeholder 4">
            <a:extLst>
              <a:ext uri="{FF2B5EF4-FFF2-40B4-BE49-F238E27FC236}">
                <a16:creationId xmlns:a16="http://schemas.microsoft.com/office/drawing/2014/main" id="{DAA5E4BD-B3E6-A006-DB4A-E00A2DD83BF7}"/>
              </a:ext>
            </a:extLst>
          </p:cNvPr>
          <p:cNvSpPr>
            <a:spLocks noGrp="1"/>
          </p:cNvSpPr>
          <p:nvPr>
            <p:ph type="ftr" sz="quarter" idx="11"/>
          </p:nvPr>
        </p:nvSpPr>
        <p:spPr>
          <a:xfrm>
            <a:off x="4038600" y="5716271"/>
            <a:ext cx="4114800"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C126460B-51A4-9D2A-7EE8-C82E03283B0E}"/>
              </a:ext>
            </a:extLst>
          </p:cNvPr>
          <p:cNvSpPr>
            <a:spLocks noGrp="1"/>
          </p:cNvSpPr>
          <p:nvPr>
            <p:ph type="sldNum" sz="quarter" idx="12"/>
          </p:nvPr>
        </p:nvSpPr>
        <p:spPr>
          <a:xfrm>
            <a:off x="9296400" y="5722621"/>
            <a:ext cx="2743200" cy="365125"/>
          </a:xfrm>
        </p:spPr>
        <p:txBody>
          <a:bodyPr/>
          <a:lstStyle>
            <a:lvl1pPr>
              <a:defRPr>
                <a:solidFill>
                  <a:schemeClr val="bg1"/>
                </a:solidFill>
              </a:defRPr>
            </a:lvl1pPr>
          </a:lstStyle>
          <a:p>
            <a:fld id="{274C2EAC-212C-4C6F-83D8-E18916E726B1}" type="slidenum">
              <a:rPr lang="en-US" smtClean="0"/>
              <a:pPr/>
              <a:t>‹#›</a:t>
            </a:fld>
            <a:endParaRPr lang="en-US" dirty="0"/>
          </a:p>
        </p:txBody>
      </p:sp>
    </p:spTree>
    <p:extLst>
      <p:ext uri="{BB962C8B-B14F-4D97-AF65-F5344CB8AC3E}">
        <p14:creationId xmlns:p14="http://schemas.microsoft.com/office/powerpoint/2010/main" val="2677365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CB780-3C9B-E7E5-6726-59C5E0AF70F1}"/>
              </a:ext>
            </a:extLst>
          </p:cNvPr>
          <p:cNvSpPr>
            <a:spLocks noGrp="1"/>
          </p:cNvSpPr>
          <p:nvPr>
            <p:ph type="title" hasCustomPrompt="1"/>
          </p:nvPr>
        </p:nvSpPr>
        <p:spPr>
          <a:xfrm>
            <a:off x="838200" y="365125"/>
            <a:ext cx="10515600" cy="854075"/>
          </a:xfrm>
        </p:spPr>
        <p:txBody>
          <a:bodyPr>
            <a:normAutofit/>
          </a:bodyPr>
          <a:lstStyle>
            <a:lvl1pPr>
              <a:defRPr sz="4000" b="1" cap="all" baseline="0">
                <a:solidFill>
                  <a:schemeClr val="bg1"/>
                </a:solidFill>
              </a:defRPr>
            </a:lvl1pPr>
          </a:lstStyle>
          <a:p>
            <a:r>
              <a:rPr lang="en-US" dirty="0"/>
              <a:t>SECTION HEADER</a:t>
            </a:r>
          </a:p>
        </p:txBody>
      </p:sp>
      <p:sp>
        <p:nvSpPr>
          <p:cNvPr id="3" name="Content Placeholder 2">
            <a:extLst>
              <a:ext uri="{FF2B5EF4-FFF2-40B4-BE49-F238E27FC236}">
                <a16:creationId xmlns:a16="http://schemas.microsoft.com/office/drawing/2014/main" id="{85C8E8F6-98C3-5B34-6F8F-52D4D28CC0CC}"/>
              </a:ext>
            </a:extLst>
          </p:cNvPr>
          <p:cNvSpPr>
            <a:spLocks noGrp="1"/>
          </p:cNvSpPr>
          <p:nvPr>
            <p:ph idx="1"/>
          </p:nvPr>
        </p:nvSpPr>
        <p:spPr>
          <a:xfrm>
            <a:off x="838200" y="1825625"/>
            <a:ext cx="10515600" cy="41687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1EE42D4-D09F-BAF5-C1E2-EE40B2AB425E}"/>
              </a:ext>
            </a:extLst>
          </p:cNvPr>
          <p:cNvSpPr>
            <a:spLocks noGrp="1"/>
          </p:cNvSpPr>
          <p:nvPr>
            <p:ph type="dt" sz="half" idx="10"/>
          </p:nvPr>
        </p:nvSpPr>
        <p:spPr>
          <a:xfrm>
            <a:off x="838200" y="5721350"/>
            <a:ext cx="2743200" cy="365125"/>
          </a:xfrm>
        </p:spPr>
        <p:txBody>
          <a:bodyPr/>
          <a:lstStyle>
            <a:lvl1pPr>
              <a:defRPr>
                <a:solidFill>
                  <a:schemeClr val="bg1"/>
                </a:solidFill>
              </a:defRPr>
            </a:lvl1pPr>
          </a:lstStyle>
          <a:p>
            <a:fld id="{7E1F66B9-56F5-4B42-AE20-E71E7BA58FDC}" type="datetimeFigureOut">
              <a:rPr lang="en-US" smtClean="0"/>
              <a:pPr/>
              <a:t>7/10/2025</a:t>
            </a:fld>
            <a:endParaRPr lang="en-US" dirty="0"/>
          </a:p>
        </p:txBody>
      </p:sp>
      <p:sp>
        <p:nvSpPr>
          <p:cNvPr id="5" name="Footer Placeholder 4">
            <a:extLst>
              <a:ext uri="{FF2B5EF4-FFF2-40B4-BE49-F238E27FC236}">
                <a16:creationId xmlns:a16="http://schemas.microsoft.com/office/drawing/2014/main" id="{9068C568-DDC7-A614-FC0E-B602F8BBD93C}"/>
              </a:ext>
            </a:extLst>
          </p:cNvPr>
          <p:cNvSpPr>
            <a:spLocks noGrp="1"/>
          </p:cNvSpPr>
          <p:nvPr>
            <p:ph type="ftr" sz="quarter" idx="11"/>
          </p:nvPr>
        </p:nvSpPr>
        <p:spPr>
          <a:xfrm>
            <a:off x="4038600" y="5721350"/>
            <a:ext cx="4114800"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F0460E95-87EC-3E5D-9EAA-237D1124CBF7}"/>
              </a:ext>
            </a:extLst>
          </p:cNvPr>
          <p:cNvSpPr>
            <a:spLocks noGrp="1"/>
          </p:cNvSpPr>
          <p:nvPr>
            <p:ph type="sldNum" sz="quarter" idx="12"/>
          </p:nvPr>
        </p:nvSpPr>
        <p:spPr>
          <a:xfrm>
            <a:off x="8610600" y="5721350"/>
            <a:ext cx="2743200" cy="365125"/>
          </a:xfrm>
        </p:spPr>
        <p:txBody>
          <a:bodyPr/>
          <a:lstStyle>
            <a:lvl1pPr>
              <a:defRPr>
                <a:solidFill>
                  <a:schemeClr val="bg1"/>
                </a:solidFill>
              </a:defRPr>
            </a:lvl1pPr>
          </a:lstStyle>
          <a:p>
            <a:fld id="{274C2EAC-212C-4C6F-83D8-E18916E726B1}" type="slidenum">
              <a:rPr lang="en-US" smtClean="0"/>
              <a:pPr/>
              <a:t>‹#›</a:t>
            </a:fld>
            <a:endParaRPr lang="en-US" dirty="0"/>
          </a:p>
        </p:txBody>
      </p:sp>
      <p:sp>
        <p:nvSpPr>
          <p:cNvPr id="9" name="Text Placeholder 8">
            <a:extLst>
              <a:ext uri="{FF2B5EF4-FFF2-40B4-BE49-F238E27FC236}">
                <a16:creationId xmlns:a16="http://schemas.microsoft.com/office/drawing/2014/main" id="{80D76432-BFEA-7E4F-C171-F35DEE7301DF}"/>
              </a:ext>
            </a:extLst>
          </p:cNvPr>
          <p:cNvSpPr>
            <a:spLocks noGrp="1"/>
          </p:cNvSpPr>
          <p:nvPr>
            <p:ph type="body" sz="quarter" idx="13" hasCustomPrompt="1"/>
          </p:nvPr>
        </p:nvSpPr>
        <p:spPr>
          <a:xfrm>
            <a:off x="838200" y="1296987"/>
            <a:ext cx="10515600" cy="436563"/>
          </a:xfrm>
        </p:spPr>
        <p:txBody>
          <a:bodyPr>
            <a:normAutofit/>
          </a:bodyPr>
          <a:lstStyle>
            <a:lvl1pPr marL="0" indent="0">
              <a:buNone/>
              <a:defRPr sz="2400">
                <a:solidFill>
                  <a:schemeClr val="bg1"/>
                </a:solidFill>
              </a:defRPr>
            </a:lvl1pPr>
          </a:lstStyle>
          <a:p>
            <a:pPr lvl="0"/>
            <a:r>
              <a:rPr lang="en-US" dirty="0"/>
              <a:t>A Subhead (if used) Here</a:t>
            </a:r>
          </a:p>
        </p:txBody>
      </p:sp>
    </p:spTree>
    <p:extLst>
      <p:ext uri="{BB962C8B-B14F-4D97-AF65-F5344CB8AC3E}">
        <p14:creationId xmlns:p14="http://schemas.microsoft.com/office/powerpoint/2010/main" val="619054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48FB8CB-CE18-B12E-C9C3-4CDCB901C826}"/>
              </a:ext>
            </a:extLst>
          </p:cNvPr>
          <p:cNvSpPr>
            <a:spLocks noGrp="1"/>
          </p:cNvSpPr>
          <p:nvPr>
            <p:ph type="body" idx="1" hasCustomPrompt="1"/>
          </p:nvPr>
        </p:nvSpPr>
        <p:spPr>
          <a:xfrm>
            <a:off x="955040" y="4284663"/>
            <a:ext cx="1039241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A Subtitle (if needed) Here</a:t>
            </a:r>
          </a:p>
        </p:txBody>
      </p:sp>
      <p:sp>
        <p:nvSpPr>
          <p:cNvPr id="4" name="Date Placeholder 3">
            <a:extLst>
              <a:ext uri="{FF2B5EF4-FFF2-40B4-BE49-F238E27FC236}">
                <a16:creationId xmlns:a16="http://schemas.microsoft.com/office/drawing/2014/main" id="{9155DE7C-25C0-C001-D223-5D6D0865B97F}"/>
              </a:ext>
            </a:extLst>
          </p:cNvPr>
          <p:cNvSpPr>
            <a:spLocks noGrp="1"/>
          </p:cNvSpPr>
          <p:nvPr>
            <p:ph type="dt" sz="half" idx="10"/>
          </p:nvPr>
        </p:nvSpPr>
        <p:spPr>
          <a:xfrm>
            <a:off x="948690" y="5719677"/>
            <a:ext cx="2626360" cy="365125"/>
          </a:xfrm>
        </p:spPr>
        <p:txBody>
          <a:bodyPr/>
          <a:lstStyle>
            <a:lvl1pPr>
              <a:defRPr>
                <a:solidFill>
                  <a:schemeClr val="bg1"/>
                </a:solidFill>
              </a:defRPr>
            </a:lvl1pPr>
          </a:lstStyle>
          <a:p>
            <a:fld id="{7E1F66B9-56F5-4B42-AE20-E71E7BA58FDC}" type="datetimeFigureOut">
              <a:rPr lang="en-US" smtClean="0"/>
              <a:pPr/>
              <a:t>7/10/2025</a:t>
            </a:fld>
            <a:endParaRPr lang="en-US" dirty="0"/>
          </a:p>
        </p:txBody>
      </p:sp>
      <p:sp>
        <p:nvSpPr>
          <p:cNvPr id="5" name="Footer Placeholder 4">
            <a:extLst>
              <a:ext uri="{FF2B5EF4-FFF2-40B4-BE49-F238E27FC236}">
                <a16:creationId xmlns:a16="http://schemas.microsoft.com/office/drawing/2014/main" id="{753001AB-80B4-1E95-9AD8-85B8619602FA}"/>
              </a:ext>
            </a:extLst>
          </p:cNvPr>
          <p:cNvSpPr>
            <a:spLocks noGrp="1"/>
          </p:cNvSpPr>
          <p:nvPr>
            <p:ph type="ftr" sz="quarter" idx="11"/>
          </p:nvPr>
        </p:nvSpPr>
        <p:spPr>
          <a:xfrm>
            <a:off x="4032250" y="5719677"/>
            <a:ext cx="4114800"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0743A97A-B6BF-7DFF-493F-397852EF5ABF}"/>
              </a:ext>
            </a:extLst>
          </p:cNvPr>
          <p:cNvSpPr>
            <a:spLocks noGrp="1"/>
          </p:cNvSpPr>
          <p:nvPr>
            <p:ph type="sldNum" sz="quarter" idx="12"/>
          </p:nvPr>
        </p:nvSpPr>
        <p:spPr>
          <a:xfrm>
            <a:off x="8604250" y="5719677"/>
            <a:ext cx="2743200" cy="365125"/>
          </a:xfrm>
        </p:spPr>
        <p:txBody>
          <a:bodyPr/>
          <a:lstStyle>
            <a:lvl1pPr>
              <a:defRPr>
                <a:solidFill>
                  <a:schemeClr val="bg1"/>
                </a:solidFill>
              </a:defRPr>
            </a:lvl1pPr>
          </a:lstStyle>
          <a:p>
            <a:fld id="{274C2EAC-212C-4C6F-83D8-E18916E726B1}" type="slidenum">
              <a:rPr lang="en-US" smtClean="0"/>
              <a:pPr/>
              <a:t>‹#›</a:t>
            </a:fld>
            <a:endParaRPr lang="en-US" dirty="0"/>
          </a:p>
        </p:txBody>
      </p:sp>
      <p:sp>
        <p:nvSpPr>
          <p:cNvPr id="7" name="Title 1">
            <a:extLst>
              <a:ext uri="{FF2B5EF4-FFF2-40B4-BE49-F238E27FC236}">
                <a16:creationId xmlns:a16="http://schemas.microsoft.com/office/drawing/2014/main" id="{93F833EA-1FFE-7ED3-DEDC-E8A9412D2A20}"/>
              </a:ext>
            </a:extLst>
          </p:cNvPr>
          <p:cNvSpPr>
            <a:spLocks noGrp="1"/>
          </p:cNvSpPr>
          <p:nvPr>
            <p:ph type="title" hasCustomPrompt="1"/>
          </p:nvPr>
        </p:nvSpPr>
        <p:spPr>
          <a:xfrm>
            <a:off x="955040" y="1591130"/>
            <a:ext cx="10392410" cy="2426833"/>
          </a:xfrm>
        </p:spPr>
        <p:txBody>
          <a:bodyPr anchor="b">
            <a:normAutofit/>
          </a:bodyPr>
          <a:lstStyle>
            <a:lvl1pPr>
              <a:defRPr sz="4000" b="1" cap="all" baseline="0">
                <a:solidFill>
                  <a:schemeClr val="bg1"/>
                </a:solidFill>
              </a:defRPr>
            </a:lvl1pPr>
          </a:lstStyle>
          <a:p>
            <a:r>
              <a:rPr lang="en-US" dirty="0"/>
              <a:t>THIS IS THE CORRECT FORMAT FOR SECTION HEADERS</a:t>
            </a:r>
          </a:p>
        </p:txBody>
      </p:sp>
    </p:spTree>
    <p:extLst>
      <p:ext uri="{BB962C8B-B14F-4D97-AF65-F5344CB8AC3E}">
        <p14:creationId xmlns:p14="http://schemas.microsoft.com/office/powerpoint/2010/main" val="3640047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B476C-A199-A0BD-BFB8-87DC0DEE06CB}"/>
              </a:ext>
            </a:extLst>
          </p:cNvPr>
          <p:cNvSpPr>
            <a:spLocks noGrp="1"/>
          </p:cNvSpPr>
          <p:nvPr>
            <p:ph type="title" hasCustomPrompt="1"/>
          </p:nvPr>
        </p:nvSpPr>
        <p:spPr/>
        <p:txBody>
          <a:bodyPr>
            <a:normAutofit/>
          </a:bodyPr>
          <a:lstStyle>
            <a:lvl1pPr>
              <a:defRPr sz="4000" b="1">
                <a:solidFill>
                  <a:schemeClr val="bg1"/>
                </a:solidFill>
              </a:defRPr>
            </a:lvl1pPr>
          </a:lstStyle>
          <a:p>
            <a:r>
              <a:rPr lang="en-US" dirty="0"/>
              <a:t>Header</a:t>
            </a:r>
          </a:p>
        </p:txBody>
      </p:sp>
      <p:sp>
        <p:nvSpPr>
          <p:cNvPr id="3" name="Content Placeholder 2">
            <a:extLst>
              <a:ext uri="{FF2B5EF4-FFF2-40B4-BE49-F238E27FC236}">
                <a16:creationId xmlns:a16="http://schemas.microsoft.com/office/drawing/2014/main" id="{A652A7AF-5579-3258-5047-2B3C3ED7DA18}"/>
              </a:ext>
            </a:extLst>
          </p:cNvPr>
          <p:cNvSpPr>
            <a:spLocks noGrp="1"/>
          </p:cNvSpPr>
          <p:nvPr>
            <p:ph sz="half" idx="1"/>
          </p:nvPr>
        </p:nvSpPr>
        <p:spPr>
          <a:xfrm>
            <a:off x="838200" y="1825625"/>
            <a:ext cx="5181600" cy="4168775"/>
          </a:xfrm>
        </p:spPr>
        <p:txBody>
          <a:bodyPr>
            <a:norm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BB6733AE-2A32-0DDB-2DEA-40FBE9662068}"/>
              </a:ext>
            </a:extLst>
          </p:cNvPr>
          <p:cNvSpPr>
            <a:spLocks noGrp="1"/>
          </p:cNvSpPr>
          <p:nvPr>
            <p:ph sz="half" idx="2"/>
          </p:nvPr>
        </p:nvSpPr>
        <p:spPr>
          <a:xfrm>
            <a:off x="6172200" y="1825625"/>
            <a:ext cx="5181600" cy="4168775"/>
          </a:xfrm>
        </p:spPr>
        <p:txBody>
          <a:bodyPr>
            <a:norm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4A1E6BB-469D-C5C5-5F49-DB2FB21C1498}"/>
              </a:ext>
            </a:extLst>
          </p:cNvPr>
          <p:cNvSpPr>
            <a:spLocks noGrp="1"/>
          </p:cNvSpPr>
          <p:nvPr>
            <p:ph type="dt" sz="half" idx="10"/>
          </p:nvPr>
        </p:nvSpPr>
        <p:spPr>
          <a:xfrm>
            <a:off x="838200" y="5722647"/>
            <a:ext cx="2743200" cy="365125"/>
          </a:xfrm>
        </p:spPr>
        <p:txBody>
          <a:bodyPr/>
          <a:lstStyle>
            <a:lvl1pPr>
              <a:defRPr>
                <a:solidFill>
                  <a:schemeClr val="bg1"/>
                </a:solidFill>
              </a:defRPr>
            </a:lvl1pPr>
          </a:lstStyle>
          <a:p>
            <a:fld id="{7E1F66B9-56F5-4B42-AE20-E71E7BA58FDC}" type="datetimeFigureOut">
              <a:rPr lang="en-US" smtClean="0"/>
              <a:pPr/>
              <a:t>7/10/2025</a:t>
            </a:fld>
            <a:endParaRPr lang="en-US" dirty="0"/>
          </a:p>
        </p:txBody>
      </p:sp>
      <p:sp>
        <p:nvSpPr>
          <p:cNvPr id="6" name="Footer Placeholder 5">
            <a:extLst>
              <a:ext uri="{FF2B5EF4-FFF2-40B4-BE49-F238E27FC236}">
                <a16:creationId xmlns:a16="http://schemas.microsoft.com/office/drawing/2014/main" id="{2A5CC952-E0DB-B39C-959D-5B7A2BA262AF}"/>
              </a:ext>
            </a:extLst>
          </p:cNvPr>
          <p:cNvSpPr>
            <a:spLocks noGrp="1"/>
          </p:cNvSpPr>
          <p:nvPr>
            <p:ph type="ftr" sz="quarter" idx="11"/>
          </p:nvPr>
        </p:nvSpPr>
        <p:spPr>
          <a:xfrm>
            <a:off x="4038600" y="5722647"/>
            <a:ext cx="4114800" cy="365125"/>
          </a:xfrm>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CFB0A0FF-CE0E-0850-EFCC-670A1807E7B2}"/>
              </a:ext>
            </a:extLst>
          </p:cNvPr>
          <p:cNvSpPr>
            <a:spLocks noGrp="1"/>
          </p:cNvSpPr>
          <p:nvPr>
            <p:ph type="sldNum" sz="quarter" idx="12"/>
          </p:nvPr>
        </p:nvSpPr>
        <p:spPr>
          <a:xfrm>
            <a:off x="8610600" y="5722647"/>
            <a:ext cx="2743200" cy="365125"/>
          </a:xfrm>
        </p:spPr>
        <p:txBody>
          <a:bodyPr/>
          <a:lstStyle>
            <a:lvl1pPr>
              <a:defRPr>
                <a:solidFill>
                  <a:schemeClr val="bg1"/>
                </a:solidFill>
              </a:defRPr>
            </a:lvl1pPr>
          </a:lstStyle>
          <a:p>
            <a:fld id="{274C2EAC-212C-4C6F-83D8-E18916E726B1}" type="slidenum">
              <a:rPr lang="en-US" smtClean="0"/>
              <a:pPr/>
              <a:t>‹#›</a:t>
            </a:fld>
            <a:endParaRPr lang="en-US" dirty="0"/>
          </a:p>
        </p:txBody>
      </p:sp>
    </p:spTree>
    <p:extLst>
      <p:ext uri="{BB962C8B-B14F-4D97-AF65-F5344CB8AC3E}">
        <p14:creationId xmlns:p14="http://schemas.microsoft.com/office/powerpoint/2010/main" val="21391130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BBEAD-2B8A-10F1-A4BE-3ACBC96C95C8}"/>
              </a:ext>
            </a:extLst>
          </p:cNvPr>
          <p:cNvSpPr>
            <a:spLocks noGrp="1"/>
          </p:cNvSpPr>
          <p:nvPr>
            <p:ph type="title"/>
          </p:nvPr>
        </p:nvSpPr>
        <p:spPr>
          <a:xfrm>
            <a:off x="839788" y="365125"/>
            <a:ext cx="10515600" cy="1325563"/>
          </a:xfrm>
        </p:spPr>
        <p:txBody>
          <a:bodyPr>
            <a:normAutofit/>
          </a:bodyPr>
          <a:lstStyle>
            <a:lvl1pPr>
              <a:defRPr sz="4000" b="1">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49E61B1-5557-D894-FD5A-5292D674A140}"/>
              </a:ext>
            </a:extLst>
          </p:cNvPr>
          <p:cNvSpPr>
            <a:spLocks noGrp="1"/>
          </p:cNvSpPr>
          <p:nvPr>
            <p:ph type="body" idx="1"/>
          </p:nvPr>
        </p:nvSpPr>
        <p:spPr>
          <a:xfrm>
            <a:off x="839788" y="1681163"/>
            <a:ext cx="5157787" cy="823912"/>
          </a:xfrm>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5CBF30-CCB3-8EB9-73D1-ED1632E4AA95}"/>
              </a:ext>
            </a:extLst>
          </p:cNvPr>
          <p:cNvSpPr>
            <a:spLocks noGrp="1"/>
          </p:cNvSpPr>
          <p:nvPr>
            <p:ph sz="half" idx="2"/>
          </p:nvPr>
        </p:nvSpPr>
        <p:spPr>
          <a:xfrm>
            <a:off x="839788" y="2505075"/>
            <a:ext cx="5157787" cy="3469005"/>
          </a:xfrm>
        </p:spPr>
        <p:txBody>
          <a:bodyPr>
            <a:norm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6E0FC7D-D066-D559-17B0-EE22CF74B179}"/>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56C225-113B-C21A-6605-9B6C3DD00F23}"/>
              </a:ext>
            </a:extLst>
          </p:cNvPr>
          <p:cNvSpPr>
            <a:spLocks noGrp="1"/>
          </p:cNvSpPr>
          <p:nvPr>
            <p:ph sz="quarter" idx="4"/>
          </p:nvPr>
        </p:nvSpPr>
        <p:spPr>
          <a:xfrm>
            <a:off x="6172200" y="2505075"/>
            <a:ext cx="5183188" cy="3469005"/>
          </a:xfrm>
        </p:spPr>
        <p:txBody>
          <a:bodyPr>
            <a:norm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353A32F-5C76-BE64-308D-EF1E57087558}"/>
              </a:ext>
            </a:extLst>
          </p:cNvPr>
          <p:cNvSpPr>
            <a:spLocks noGrp="1"/>
          </p:cNvSpPr>
          <p:nvPr>
            <p:ph type="dt" sz="half" idx="10"/>
          </p:nvPr>
        </p:nvSpPr>
        <p:spPr>
          <a:xfrm>
            <a:off x="839788" y="5716700"/>
            <a:ext cx="2743200" cy="365125"/>
          </a:xfrm>
        </p:spPr>
        <p:txBody>
          <a:bodyPr/>
          <a:lstStyle>
            <a:lvl1pPr>
              <a:defRPr>
                <a:solidFill>
                  <a:schemeClr val="bg1"/>
                </a:solidFill>
              </a:defRPr>
            </a:lvl1pPr>
          </a:lstStyle>
          <a:p>
            <a:fld id="{7E1F66B9-56F5-4B42-AE20-E71E7BA58FDC}" type="datetimeFigureOut">
              <a:rPr lang="en-US" smtClean="0"/>
              <a:pPr/>
              <a:t>7/10/2025</a:t>
            </a:fld>
            <a:endParaRPr lang="en-US" dirty="0"/>
          </a:p>
        </p:txBody>
      </p:sp>
      <p:sp>
        <p:nvSpPr>
          <p:cNvPr id="8" name="Footer Placeholder 7">
            <a:extLst>
              <a:ext uri="{FF2B5EF4-FFF2-40B4-BE49-F238E27FC236}">
                <a16:creationId xmlns:a16="http://schemas.microsoft.com/office/drawing/2014/main" id="{39D3EFDD-9B5C-0DAE-7BF2-B4D82529CCCF}"/>
              </a:ext>
            </a:extLst>
          </p:cNvPr>
          <p:cNvSpPr>
            <a:spLocks noGrp="1"/>
          </p:cNvSpPr>
          <p:nvPr>
            <p:ph type="ftr" sz="quarter" idx="11"/>
          </p:nvPr>
        </p:nvSpPr>
        <p:spPr>
          <a:xfrm>
            <a:off x="4040188" y="5716700"/>
            <a:ext cx="4114800" cy="365125"/>
          </a:xfrm>
        </p:spPr>
        <p:txBody>
          <a:bodyPr/>
          <a:lstStyle>
            <a:lvl1pPr>
              <a:defRPr>
                <a:solidFill>
                  <a:schemeClr val="bg1"/>
                </a:solidFill>
              </a:defRPr>
            </a:lvl1pPr>
          </a:lstStyle>
          <a:p>
            <a:endParaRPr lang="en-US" dirty="0"/>
          </a:p>
        </p:txBody>
      </p:sp>
      <p:sp>
        <p:nvSpPr>
          <p:cNvPr id="9" name="Slide Number Placeholder 8">
            <a:extLst>
              <a:ext uri="{FF2B5EF4-FFF2-40B4-BE49-F238E27FC236}">
                <a16:creationId xmlns:a16="http://schemas.microsoft.com/office/drawing/2014/main" id="{EB0D0071-C58A-2E6F-9589-9EB7259E5F65}"/>
              </a:ext>
            </a:extLst>
          </p:cNvPr>
          <p:cNvSpPr>
            <a:spLocks noGrp="1"/>
          </p:cNvSpPr>
          <p:nvPr>
            <p:ph type="sldNum" sz="quarter" idx="12"/>
          </p:nvPr>
        </p:nvSpPr>
        <p:spPr>
          <a:xfrm>
            <a:off x="8612188" y="5716700"/>
            <a:ext cx="2743200" cy="365125"/>
          </a:xfrm>
        </p:spPr>
        <p:txBody>
          <a:bodyPr/>
          <a:lstStyle>
            <a:lvl1pPr>
              <a:defRPr>
                <a:solidFill>
                  <a:schemeClr val="bg1"/>
                </a:solidFill>
              </a:defRPr>
            </a:lvl1pPr>
          </a:lstStyle>
          <a:p>
            <a:fld id="{274C2EAC-212C-4C6F-83D8-E18916E726B1}" type="slidenum">
              <a:rPr lang="en-US" smtClean="0"/>
              <a:pPr/>
              <a:t>‹#›</a:t>
            </a:fld>
            <a:endParaRPr lang="en-US" dirty="0"/>
          </a:p>
        </p:txBody>
      </p:sp>
    </p:spTree>
    <p:extLst>
      <p:ext uri="{BB962C8B-B14F-4D97-AF65-F5344CB8AC3E}">
        <p14:creationId xmlns:p14="http://schemas.microsoft.com/office/powerpoint/2010/main" val="952938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6A687-00E1-60A1-29A1-54EC77DA1B0E}"/>
              </a:ext>
            </a:extLst>
          </p:cNvPr>
          <p:cNvSpPr>
            <a:spLocks noGrp="1"/>
          </p:cNvSpPr>
          <p:nvPr>
            <p:ph type="title" hasCustomPrompt="1"/>
          </p:nvPr>
        </p:nvSpPr>
        <p:spPr/>
        <p:txBody>
          <a:bodyPr>
            <a:normAutofit/>
          </a:bodyPr>
          <a:lstStyle>
            <a:lvl1pPr>
              <a:defRPr sz="4000" b="1">
                <a:solidFill>
                  <a:schemeClr val="bg1"/>
                </a:solidFill>
              </a:defRPr>
            </a:lvl1pPr>
          </a:lstStyle>
          <a:p>
            <a:r>
              <a:rPr lang="en-US" dirty="0"/>
              <a:t>Header</a:t>
            </a:r>
          </a:p>
        </p:txBody>
      </p:sp>
      <p:sp>
        <p:nvSpPr>
          <p:cNvPr id="3" name="Date Placeholder 2">
            <a:extLst>
              <a:ext uri="{FF2B5EF4-FFF2-40B4-BE49-F238E27FC236}">
                <a16:creationId xmlns:a16="http://schemas.microsoft.com/office/drawing/2014/main" id="{CCF930CC-CCC7-934D-07D6-29990EE13E53}"/>
              </a:ext>
            </a:extLst>
          </p:cNvPr>
          <p:cNvSpPr>
            <a:spLocks noGrp="1"/>
          </p:cNvSpPr>
          <p:nvPr>
            <p:ph type="dt" sz="half" idx="10"/>
          </p:nvPr>
        </p:nvSpPr>
        <p:spPr>
          <a:xfrm>
            <a:off x="838200" y="5720889"/>
            <a:ext cx="2743200" cy="365125"/>
          </a:xfrm>
        </p:spPr>
        <p:txBody>
          <a:bodyPr/>
          <a:lstStyle>
            <a:lvl1pPr>
              <a:defRPr>
                <a:solidFill>
                  <a:schemeClr val="bg1"/>
                </a:solidFill>
              </a:defRPr>
            </a:lvl1pPr>
          </a:lstStyle>
          <a:p>
            <a:fld id="{7E1F66B9-56F5-4B42-AE20-E71E7BA58FDC}" type="datetimeFigureOut">
              <a:rPr lang="en-US" smtClean="0"/>
              <a:pPr/>
              <a:t>7/10/2025</a:t>
            </a:fld>
            <a:endParaRPr lang="en-US" dirty="0"/>
          </a:p>
        </p:txBody>
      </p:sp>
      <p:sp>
        <p:nvSpPr>
          <p:cNvPr id="4" name="Footer Placeholder 3">
            <a:extLst>
              <a:ext uri="{FF2B5EF4-FFF2-40B4-BE49-F238E27FC236}">
                <a16:creationId xmlns:a16="http://schemas.microsoft.com/office/drawing/2014/main" id="{A193F23D-674B-33B5-DB0B-6A30F6808BFF}"/>
              </a:ext>
            </a:extLst>
          </p:cNvPr>
          <p:cNvSpPr>
            <a:spLocks noGrp="1"/>
          </p:cNvSpPr>
          <p:nvPr>
            <p:ph type="ftr" sz="quarter" idx="11"/>
          </p:nvPr>
        </p:nvSpPr>
        <p:spPr>
          <a:xfrm>
            <a:off x="4038600" y="5720889"/>
            <a:ext cx="4114800" cy="365125"/>
          </a:xfrm>
        </p:spPr>
        <p:txBody>
          <a:bodyPr/>
          <a:lstStyle>
            <a:lvl1pPr>
              <a:defRPr>
                <a:solidFill>
                  <a:schemeClr val="bg1"/>
                </a:solidFill>
              </a:defRPr>
            </a:lvl1pPr>
          </a:lstStyle>
          <a:p>
            <a:endParaRPr lang="en-US" dirty="0"/>
          </a:p>
        </p:txBody>
      </p:sp>
      <p:sp>
        <p:nvSpPr>
          <p:cNvPr id="5" name="Slide Number Placeholder 4">
            <a:extLst>
              <a:ext uri="{FF2B5EF4-FFF2-40B4-BE49-F238E27FC236}">
                <a16:creationId xmlns:a16="http://schemas.microsoft.com/office/drawing/2014/main" id="{5AB90C93-9BED-DB37-8C47-82F84B5FD0B9}"/>
              </a:ext>
            </a:extLst>
          </p:cNvPr>
          <p:cNvSpPr>
            <a:spLocks noGrp="1"/>
          </p:cNvSpPr>
          <p:nvPr>
            <p:ph type="sldNum" sz="quarter" idx="12"/>
          </p:nvPr>
        </p:nvSpPr>
        <p:spPr>
          <a:xfrm>
            <a:off x="8610600" y="5720889"/>
            <a:ext cx="2743200" cy="365125"/>
          </a:xfrm>
        </p:spPr>
        <p:txBody>
          <a:bodyPr/>
          <a:lstStyle>
            <a:lvl1pPr>
              <a:defRPr>
                <a:solidFill>
                  <a:schemeClr val="bg1"/>
                </a:solidFill>
              </a:defRPr>
            </a:lvl1pPr>
          </a:lstStyle>
          <a:p>
            <a:fld id="{274C2EAC-212C-4C6F-83D8-E18916E726B1}" type="slidenum">
              <a:rPr lang="en-US" smtClean="0"/>
              <a:pPr/>
              <a:t>‹#›</a:t>
            </a:fld>
            <a:endParaRPr lang="en-US" dirty="0"/>
          </a:p>
        </p:txBody>
      </p:sp>
    </p:spTree>
    <p:extLst>
      <p:ext uri="{BB962C8B-B14F-4D97-AF65-F5344CB8AC3E}">
        <p14:creationId xmlns:p14="http://schemas.microsoft.com/office/powerpoint/2010/main" val="2222584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1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561047-A806-91DF-9A6D-31109E390265}"/>
              </a:ext>
            </a:extLst>
          </p:cNvPr>
          <p:cNvSpPr>
            <a:spLocks noGrp="1"/>
          </p:cNvSpPr>
          <p:nvPr>
            <p:ph type="dt" sz="half" idx="10"/>
          </p:nvPr>
        </p:nvSpPr>
        <p:spPr>
          <a:xfrm>
            <a:off x="838200" y="5722734"/>
            <a:ext cx="2743200" cy="365125"/>
          </a:xfrm>
        </p:spPr>
        <p:txBody>
          <a:bodyPr/>
          <a:lstStyle>
            <a:lvl1pPr>
              <a:defRPr>
                <a:solidFill>
                  <a:schemeClr val="bg1"/>
                </a:solidFill>
              </a:defRPr>
            </a:lvl1pPr>
          </a:lstStyle>
          <a:p>
            <a:fld id="{7E1F66B9-56F5-4B42-AE20-E71E7BA58FDC}" type="datetimeFigureOut">
              <a:rPr lang="en-US" smtClean="0"/>
              <a:pPr/>
              <a:t>7/10/2025</a:t>
            </a:fld>
            <a:endParaRPr lang="en-US" dirty="0"/>
          </a:p>
        </p:txBody>
      </p:sp>
      <p:sp>
        <p:nvSpPr>
          <p:cNvPr id="3" name="Footer Placeholder 2">
            <a:extLst>
              <a:ext uri="{FF2B5EF4-FFF2-40B4-BE49-F238E27FC236}">
                <a16:creationId xmlns:a16="http://schemas.microsoft.com/office/drawing/2014/main" id="{7AB7F4D3-93D5-6331-1166-D3B51C79D13E}"/>
              </a:ext>
            </a:extLst>
          </p:cNvPr>
          <p:cNvSpPr>
            <a:spLocks noGrp="1"/>
          </p:cNvSpPr>
          <p:nvPr>
            <p:ph type="ftr" sz="quarter" idx="11"/>
          </p:nvPr>
        </p:nvSpPr>
        <p:spPr>
          <a:xfrm>
            <a:off x="4038600" y="5722734"/>
            <a:ext cx="4114800" cy="365125"/>
          </a:xfrm>
        </p:spPr>
        <p:txBody>
          <a:bodyPr/>
          <a:lstStyle>
            <a:lvl1pPr>
              <a:defRPr>
                <a:solidFill>
                  <a:schemeClr val="bg1"/>
                </a:solidFill>
              </a:defRPr>
            </a:lvl1pPr>
          </a:lstStyle>
          <a:p>
            <a:endParaRPr lang="en-US" dirty="0"/>
          </a:p>
        </p:txBody>
      </p:sp>
      <p:sp>
        <p:nvSpPr>
          <p:cNvPr id="4" name="Slide Number Placeholder 3">
            <a:extLst>
              <a:ext uri="{FF2B5EF4-FFF2-40B4-BE49-F238E27FC236}">
                <a16:creationId xmlns:a16="http://schemas.microsoft.com/office/drawing/2014/main" id="{868C5868-1B8A-2843-51F1-FBA1F6A55EC9}"/>
              </a:ext>
            </a:extLst>
          </p:cNvPr>
          <p:cNvSpPr>
            <a:spLocks noGrp="1"/>
          </p:cNvSpPr>
          <p:nvPr>
            <p:ph type="sldNum" sz="quarter" idx="12"/>
          </p:nvPr>
        </p:nvSpPr>
        <p:spPr>
          <a:xfrm>
            <a:off x="8610600" y="5722734"/>
            <a:ext cx="2743200" cy="365125"/>
          </a:xfrm>
        </p:spPr>
        <p:txBody>
          <a:bodyPr/>
          <a:lstStyle>
            <a:lvl1pPr>
              <a:defRPr>
                <a:solidFill>
                  <a:schemeClr val="bg1"/>
                </a:solidFill>
              </a:defRPr>
            </a:lvl1pPr>
          </a:lstStyle>
          <a:p>
            <a:fld id="{274C2EAC-212C-4C6F-83D8-E18916E726B1}" type="slidenum">
              <a:rPr lang="en-US" smtClean="0"/>
              <a:pPr/>
              <a:t>‹#›</a:t>
            </a:fld>
            <a:endParaRPr lang="en-US" dirty="0"/>
          </a:p>
        </p:txBody>
      </p:sp>
    </p:spTree>
    <p:extLst>
      <p:ext uri="{BB962C8B-B14F-4D97-AF65-F5344CB8AC3E}">
        <p14:creationId xmlns:p14="http://schemas.microsoft.com/office/powerpoint/2010/main" val="4227123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DFF0D-C9A0-3B16-10A5-2E681D1F78E5}"/>
              </a:ext>
            </a:extLst>
          </p:cNvPr>
          <p:cNvSpPr>
            <a:spLocks noGrp="1"/>
          </p:cNvSpPr>
          <p:nvPr>
            <p:ph type="title" hasCustomPrompt="1"/>
          </p:nvPr>
        </p:nvSpPr>
        <p:spPr>
          <a:xfrm>
            <a:off x="839788" y="457200"/>
            <a:ext cx="3932237" cy="1600200"/>
          </a:xfrm>
        </p:spPr>
        <p:txBody>
          <a:bodyPr anchor="b"/>
          <a:lstStyle>
            <a:lvl1pPr>
              <a:defRPr sz="3200" b="1">
                <a:solidFill>
                  <a:schemeClr val="bg1"/>
                </a:solidFill>
              </a:defRPr>
            </a:lvl1pPr>
          </a:lstStyle>
          <a:p>
            <a:r>
              <a:rPr lang="en-US" dirty="0"/>
              <a:t>Header</a:t>
            </a:r>
          </a:p>
        </p:txBody>
      </p:sp>
      <p:sp>
        <p:nvSpPr>
          <p:cNvPr id="3" name="Content Placeholder 2">
            <a:extLst>
              <a:ext uri="{FF2B5EF4-FFF2-40B4-BE49-F238E27FC236}">
                <a16:creationId xmlns:a16="http://schemas.microsoft.com/office/drawing/2014/main" id="{50410E69-1C11-76B1-7B05-0F9284B4573B}"/>
              </a:ext>
            </a:extLst>
          </p:cNvPr>
          <p:cNvSpPr>
            <a:spLocks noGrp="1"/>
          </p:cNvSpPr>
          <p:nvPr>
            <p:ph idx="1"/>
          </p:nvPr>
        </p:nvSpPr>
        <p:spPr>
          <a:xfrm>
            <a:off x="5183188" y="987425"/>
            <a:ext cx="6172200" cy="4873625"/>
          </a:xfrm>
        </p:spPr>
        <p:txBody>
          <a:bodyPr>
            <a:norm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EA30C8A-5A99-B008-A7FE-9684BA070A89}"/>
              </a:ext>
            </a:extLst>
          </p:cNvPr>
          <p:cNvSpPr>
            <a:spLocks noGrp="1"/>
          </p:cNvSpPr>
          <p:nvPr>
            <p:ph type="body" sz="half" idx="2"/>
          </p:nvPr>
        </p:nvSpPr>
        <p:spPr>
          <a:xfrm>
            <a:off x="839788" y="2057400"/>
            <a:ext cx="3932237" cy="3811588"/>
          </a:xfrm>
        </p:spPr>
        <p:txBody>
          <a:bodyPr>
            <a:normAutofit/>
          </a:bodyPr>
          <a:lstStyle>
            <a:lvl1pPr marL="0" indent="0">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2045F5-E16F-099F-65F6-2D52B2958D3D}"/>
              </a:ext>
            </a:extLst>
          </p:cNvPr>
          <p:cNvSpPr>
            <a:spLocks noGrp="1"/>
          </p:cNvSpPr>
          <p:nvPr>
            <p:ph type="dt" sz="half" idx="10"/>
          </p:nvPr>
        </p:nvSpPr>
        <p:spPr>
          <a:xfrm>
            <a:off x="836612" y="5711364"/>
            <a:ext cx="2743200" cy="365125"/>
          </a:xfrm>
        </p:spPr>
        <p:txBody>
          <a:bodyPr/>
          <a:lstStyle>
            <a:lvl1pPr>
              <a:defRPr>
                <a:solidFill>
                  <a:schemeClr val="bg1"/>
                </a:solidFill>
              </a:defRPr>
            </a:lvl1pPr>
          </a:lstStyle>
          <a:p>
            <a:fld id="{7E1F66B9-56F5-4B42-AE20-E71E7BA58FDC}" type="datetimeFigureOut">
              <a:rPr lang="en-US" smtClean="0"/>
              <a:pPr/>
              <a:t>7/10/2025</a:t>
            </a:fld>
            <a:endParaRPr lang="en-US" dirty="0"/>
          </a:p>
        </p:txBody>
      </p:sp>
      <p:sp>
        <p:nvSpPr>
          <p:cNvPr id="6" name="Footer Placeholder 5">
            <a:extLst>
              <a:ext uri="{FF2B5EF4-FFF2-40B4-BE49-F238E27FC236}">
                <a16:creationId xmlns:a16="http://schemas.microsoft.com/office/drawing/2014/main" id="{06DE7435-4395-107E-C3A4-508A0058A953}"/>
              </a:ext>
            </a:extLst>
          </p:cNvPr>
          <p:cNvSpPr>
            <a:spLocks noGrp="1"/>
          </p:cNvSpPr>
          <p:nvPr>
            <p:ph type="ftr" sz="quarter" idx="11"/>
          </p:nvPr>
        </p:nvSpPr>
        <p:spPr>
          <a:xfrm>
            <a:off x="4037012" y="5711364"/>
            <a:ext cx="4114800" cy="365125"/>
          </a:xfrm>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9F58FE50-CEF6-80C6-32C5-579E245C6C00}"/>
              </a:ext>
            </a:extLst>
          </p:cNvPr>
          <p:cNvSpPr>
            <a:spLocks noGrp="1"/>
          </p:cNvSpPr>
          <p:nvPr>
            <p:ph type="sldNum" sz="quarter" idx="12"/>
          </p:nvPr>
        </p:nvSpPr>
        <p:spPr>
          <a:xfrm>
            <a:off x="8609012" y="5711364"/>
            <a:ext cx="2743200" cy="365125"/>
          </a:xfrm>
        </p:spPr>
        <p:txBody>
          <a:bodyPr/>
          <a:lstStyle>
            <a:lvl1pPr>
              <a:defRPr>
                <a:solidFill>
                  <a:schemeClr val="bg1"/>
                </a:solidFill>
              </a:defRPr>
            </a:lvl1pPr>
          </a:lstStyle>
          <a:p>
            <a:fld id="{274C2EAC-212C-4C6F-83D8-E18916E726B1}" type="slidenum">
              <a:rPr lang="en-US" smtClean="0"/>
              <a:pPr/>
              <a:t>‹#›</a:t>
            </a:fld>
            <a:endParaRPr lang="en-US" dirty="0"/>
          </a:p>
        </p:txBody>
      </p:sp>
    </p:spTree>
    <p:extLst>
      <p:ext uri="{BB962C8B-B14F-4D97-AF65-F5344CB8AC3E}">
        <p14:creationId xmlns:p14="http://schemas.microsoft.com/office/powerpoint/2010/main" val="132013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1_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A8707-07A7-03E4-3368-A74E10DBEFD5}"/>
              </a:ext>
            </a:extLst>
          </p:cNvPr>
          <p:cNvSpPr>
            <a:spLocks noGrp="1"/>
          </p:cNvSpPr>
          <p:nvPr>
            <p:ph type="title" hasCustomPrompt="1"/>
          </p:nvPr>
        </p:nvSpPr>
        <p:spPr>
          <a:xfrm>
            <a:off x="839788" y="457200"/>
            <a:ext cx="3932237" cy="1600200"/>
          </a:xfrm>
        </p:spPr>
        <p:txBody>
          <a:bodyPr anchor="b"/>
          <a:lstStyle>
            <a:lvl1pPr>
              <a:defRPr sz="3200" b="1">
                <a:solidFill>
                  <a:schemeClr val="bg1"/>
                </a:solidFill>
              </a:defRPr>
            </a:lvl1pPr>
          </a:lstStyle>
          <a:p>
            <a:r>
              <a:rPr lang="en-US" dirty="0"/>
              <a:t>Header</a:t>
            </a:r>
          </a:p>
        </p:txBody>
      </p:sp>
      <p:sp>
        <p:nvSpPr>
          <p:cNvPr id="3" name="Picture Placeholder 2">
            <a:extLst>
              <a:ext uri="{FF2B5EF4-FFF2-40B4-BE49-F238E27FC236}">
                <a16:creationId xmlns:a16="http://schemas.microsoft.com/office/drawing/2014/main" id="{9082C156-DC98-C3FB-1462-296D6C42EAC6}"/>
              </a:ext>
            </a:extLst>
          </p:cNvPr>
          <p:cNvSpPr>
            <a:spLocks noGrp="1"/>
          </p:cNvSpPr>
          <p:nvPr>
            <p:ph type="pic" idx="1"/>
          </p:nvPr>
        </p:nvSpPr>
        <p:spPr>
          <a:xfrm>
            <a:off x="5183188" y="987425"/>
            <a:ext cx="6172200" cy="4873625"/>
          </a:xfr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93F5204-08E9-76AE-BF62-27E18D282498}"/>
              </a:ext>
            </a:extLst>
          </p:cNvPr>
          <p:cNvSpPr>
            <a:spLocks noGrp="1"/>
          </p:cNvSpPr>
          <p:nvPr>
            <p:ph type="body" sz="half" idx="2"/>
          </p:nvPr>
        </p:nvSpPr>
        <p:spPr>
          <a:xfrm>
            <a:off x="839788" y="2057400"/>
            <a:ext cx="3932237" cy="3811588"/>
          </a:xfrm>
        </p:spPr>
        <p:txBody>
          <a:bodyPr>
            <a:normAutofit/>
          </a:bodyPr>
          <a:lstStyle>
            <a:lvl1pPr marL="0" indent="0">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941FEA-396C-E5AE-770C-AE48DF4CA78F}"/>
              </a:ext>
            </a:extLst>
          </p:cNvPr>
          <p:cNvSpPr>
            <a:spLocks noGrp="1"/>
          </p:cNvSpPr>
          <p:nvPr>
            <p:ph type="dt" sz="half" idx="10"/>
          </p:nvPr>
        </p:nvSpPr>
        <p:spPr>
          <a:xfrm>
            <a:off x="839788" y="5727353"/>
            <a:ext cx="2743200" cy="365125"/>
          </a:xfrm>
        </p:spPr>
        <p:txBody>
          <a:bodyPr/>
          <a:lstStyle>
            <a:lvl1pPr>
              <a:defRPr>
                <a:solidFill>
                  <a:schemeClr val="bg1"/>
                </a:solidFill>
              </a:defRPr>
            </a:lvl1pPr>
          </a:lstStyle>
          <a:p>
            <a:fld id="{7E1F66B9-56F5-4B42-AE20-E71E7BA58FDC}" type="datetimeFigureOut">
              <a:rPr lang="en-US" smtClean="0"/>
              <a:pPr/>
              <a:t>7/10/2025</a:t>
            </a:fld>
            <a:endParaRPr lang="en-US" dirty="0"/>
          </a:p>
        </p:txBody>
      </p:sp>
      <p:sp>
        <p:nvSpPr>
          <p:cNvPr id="6" name="Footer Placeholder 5">
            <a:extLst>
              <a:ext uri="{FF2B5EF4-FFF2-40B4-BE49-F238E27FC236}">
                <a16:creationId xmlns:a16="http://schemas.microsoft.com/office/drawing/2014/main" id="{D400FBDF-9F15-6BB6-0FEF-72CC5BD2BDA1}"/>
              </a:ext>
            </a:extLst>
          </p:cNvPr>
          <p:cNvSpPr>
            <a:spLocks noGrp="1"/>
          </p:cNvSpPr>
          <p:nvPr>
            <p:ph type="ftr" sz="quarter" idx="11"/>
          </p:nvPr>
        </p:nvSpPr>
        <p:spPr>
          <a:xfrm>
            <a:off x="4040188" y="5727353"/>
            <a:ext cx="4114800" cy="365125"/>
          </a:xfrm>
        </p:spPr>
        <p:txBody>
          <a:bodyPr/>
          <a:lstStyle>
            <a:lvl1pPr>
              <a:defRPr>
                <a:solidFill>
                  <a:schemeClr val="bg1"/>
                </a:solidFill>
              </a:defRPr>
            </a:lvl1pPr>
          </a:lstStyle>
          <a:p>
            <a:endParaRPr lang="en-US" dirty="0"/>
          </a:p>
        </p:txBody>
      </p:sp>
      <p:sp>
        <p:nvSpPr>
          <p:cNvPr id="7" name="Slide Number Placeholder 6">
            <a:extLst>
              <a:ext uri="{FF2B5EF4-FFF2-40B4-BE49-F238E27FC236}">
                <a16:creationId xmlns:a16="http://schemas.microsoft.com/office/drawing/2014/main" id="{CD5B3624-9C4E-9D0D-6039-CF703A98431F}"/>
              </a:ext>
            </a:extLst>
          </p:cNvPr>
          <p:cNvSpPr>
            <a:spLocks noGrp="1"/>
          </p:cNvSpPr>
          <p:nvPr>
            <p:ph type="sldNum" sz="quarter" idx="12"/>
          </p:nvPr>
        </p:nvSpPr>
        <p:spPr>
          <a:xfrm>
            <a:off x="8612188" y="5727353"/>
            <a:ext cx="2743200" cy="365125"/>
          </a:xfrm>
        </p:spPr>
        <p:txBody>
          <a:bodyPr/>
          <a:lstStyle>
            <a:lvl1pPr>
              <a:defRPr>
                <a:solidFill>
                  <a:schemeClr val="bg1"/>
                </a:solidFill>
              </a:defRPr>
            </a:lvl1pPr>
          </a:lstStyle>
          <a:p>
            <a:fld id="{274C2EAC-212C-4C6F-83D8-E18916E726B1}" type="slidenum">
              <a:rPr lang="en-US" smtClean="0"/>
              <a:pPr/>
              <a:t>‹#›</a:t>
            </a:fld>
            <a:endParaRPr lang="en-US" dirty="0"/>
          </a:p>
        </p:txBody>
      </p:sp>
    </p:spTree>
    <p:extLst>
      <p:ext uri="{BB962C8B-B14F-4D97-AF65-F5344CB8AC3E}">
        <p14:creationId xmlns:p14="http://schemas.microsoft.com/office/powerpoint/2010/main" val="3569225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1_Title and Vertica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D7A61-63F0-0D1C-E802-6DC200B13F83}"/>
              </a:ext>
            </a:extLst>
          </p:cNvPr>
          <p:cNvSpPr>
            <a:spLocks noGrp="1"/>
          </p:cNvSpPr>
          <p:nvPr>
            <p:ph type="title" hasCustomPrompt="1"/>
          </p:nvPr>
        </p:nvSpPr>
        <p:spPr/>
        <p:txBody>
          <a:bodyPr>
            <a:normAutofit/>
          </a:bodyPr>
          <a:lstStyle>
            <a:lvl1pPr>
              <a:defRPr sz="4000" b="1">
                <a:solidFill>
                  <a:schemeClr val="bg1"/>
                </a:solidFill>
              </a:defRPr>
            </a:lvl1pPr>
          </a:lstStyle>
          <a:p>
            <a:r>
              <a:rPr lang="en-US" dirty="0"/>
              <a:t>Header</a:t>
            </a:r>
          </a:p>
        </p:txBody>
      </p:sp>
      <p:sp>
        <p:nvSpPr>
          <p:cNvPr id="3" name="Vertical Text Placeholder 2">
            <a:extLst>
              <a:ext uri="{FF2B5EF4-FFF2-40B4-BE49-F238E27FC236}">
                <a16:creationId xmlns:a16="http://schemas.microsoft.com/office/drawing/2014/main" id="{6330CC3A-4097-81D2-08B4-D42A845D633A}"/>
              </a:ext>
            </a:extLst>
          </p:cNvPr>
          <p:cNvSpPr>
            <a:spLocks noGrp="1"/>
          </p:cNvSpPr>
          <p:nvPr>
            <p:ph type="body" orient="vert" idx="1"/>
          </p:nvPr>
        </p:nvSpPr>
        <p:spPr>
          <a:xfrm>
            <a:off x="838200" y="1825625"/>
            <a:ext cx="10515600" cy="4158615"/>
          </a:xfrm>
        </p:spPr>
        <p:txBody>
          <a:bodyPr vert="eaVert"/>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6339450-D8A2-EA7D-1985-6A8B3DDEA8CD}"/>
              </a:ext>
            </a:extLst>
          </p:cNvPr>
          <p:cNvSpPr>
            <a:spLocks noGrp="1"/>
          </p:cNvSpPr>
          <p:nvPr>
            <p:ph type="dt" sz="half" idx="10"/>
          </p:nvPr>
        </p:nvSpPr>
        <p:spPr>
          <a:xfrm>
            <a:off x="838200" y="5726860"/>
            <a:ext cx="2743200" cy="365125"/>
          </a:xfrm>
        </p:spPr>
        <p:txBody>
          <a:bodyPr/>
          <a:lstStyle>
            <a:lvl1pPr>
              <a:defRPr>
                <a:solidFill>
                  <a:schemeClr val="bg1"/>
                </a:solidFill>
              </a:defRPr>
            </a:lvl1pPr>
          </a:lstStyle>
          <a:p>
            <a:fld id="{7E1F66B9-56F5-4B42-AE20-E71E7BA58FDC}" type="datetimeFigureOut">
              <a:rPr lang="en-US" smtClean="0"/>
              <a:pPr/>
              <a:t>7/10/2025</a:t>
            </a:fld>
            <a:endParaRPr lang="en-US" dirty="0"/>
          </a:p>
        </p:txBody>
      </p:sp>
      <p:sp>
        <p:nvSpPr>
          <p:cNvPr id="5" name="Footer Placeholder 4">
            <a:extLst>
              <a:ext uri="{FF2B5EF4-FFF2-40B4-BE49-F238E27FC236}">
                <a16:creationId xmlns:a16="http://schemas.microsoft.com/office/drawing/2014/main" id="{E31B46B0-B796-38E0-2485-F723F4A57E1E}"/>
              </a:ext>
            </a:extLst>
          </p:cNvPr>
          <p:cNvSpPr>
            <a:spLocks noGrp="1"/>
          </p:cNvSpPr>
          <p:nvPr>
            <p:ph type="ftr" sz="quarter" idx="11"/>
          </p:nvPr>
        </p:nvSpPr>
        <p:spPr>
          <a:xfrm>
            <a:off x="4038600" y="5726860"/>
            <a:ext cx="4114800"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383B85AA-8311-5CFD-9D57-F6A3B8564007}"/>
              </a:ext>
            </a:extLst>
          </p:cNvPr>
          <p:cNvSpPr>
            <a:spLocks noGrp="1"/>
          </p:cNvSpPr>
          <p:nvPr>
            <p:ph type="sldNum" sz="quarter" idx="12"/>
          </p:nvPr>
        </p:nvSpPr>
        <p:spPr>
          <a:xfrm>
            <a:off x="8610600" y="5726860"/>
            <a:ext cx="2743200" cy="365125"/>
          </a:xfrm>
        </p:spPr>
        <p:txBody>
          <a:bodyPr/>
          <a:lstStyle>
            <a:lvl1pPr>
              <a:defRPr>
                <a:solidFill>
                  <a:schemeClr val="bg1"/>
                </a:solidFill>
              </a:defRPr>
            </a:lvl1pPr>
          </a:lstStyle>
          <a:p>
            <a:fld id="{274C2EAC-212C-4C6F-83D8-E18916E726B1}" type="slidenum">
              <a:rPr lang="en-US" smtClean="0"/>
              <a:pPr/>
              <a:t>‹#›</a:t>
            </a:fld>
            <a:endParaRPr lang="en-US" dirty="0"/>
          </a:p>
        </p:txBody>
      </p:sp>
    </p:spTree>
    <p:extLst>
      <p:ext uri="{BB962C8B-B14F-4D97-AF65-F5344CB8AC3E}">
        <p14:creationId xmlns:p14="http://schemas.microsoft.com/office/powerpoint/2010/main" val="4209351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Vertical Title an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B29E7C-32C6-9C71-F695-E86F445A18A8}"/>
              </a:ext>
            </a:extLst>
          </p:cNvPr>
          <p:cNvSpPr>
            <a:spLocks noGrp="1"/>
          </p:cNvSpPr>
          <p:nvPr>
            <p:ph type="title" orient="vert" hasCustomPrompt="1"/>
          </p:nvPr>
        </p:nvSpPr>
        <p:spPr>
          <a:xfrm>
            <a:off x="8724900" y="365125"/>
            <a:ext cx="2628900" cy="5619115"/>
          </a:xfrm>
        </p:spPr>
        <p:txBody>
          <a:bodyPr vert="eaVert">
            <a:normAutofit/>
          </a:bodyPr>
          <a:lstStyle>
            <a:lvl1pPr>
              <a:defRPr sz="4000" b="1">
                <a:solidFill>
                  <a:schemeClr val="bg1"/>
                </a:solidFill>
              </a:defRPr>
            </a:lvl1pPr>
          </a:lstStyle>
          <a:p>
            <a:r>
              <a:rPr lang="en-US" dirty="0"/>
              <a:t>Header</a:t>
            </a:r>
          </a:p>
        </p:txBody>
      </p:sp>
      <p:sp>
        <p:nvSpPr>
          <p:cNvPr id="3" name="Vertical Text Placeholder 2">
            <a:extLst>
              <a:ext uri="{FF2B5EF4-FFF2-40B4-BE49-F238E27FC236}">
                <a16:creationId xmlns:a16="http://schemas.microsoft.com/office/drawing/2014/main" id="{10067C97-7A30-C0C8-E391-68994B5AEFCD}"/>
              </a:ext>
            </a:extLst>
          </p:cNvPr>
          <p:cNvSpPr>
            <a:spLocks noGrp="1"/>
          </p:cNvSpPr>
          <p:nvPr>
            <p:ph type="body" orient="vert" idx="1"/>
          </p:nvPr>
        </p:nvSpPr>
        <p:spPr>
          <a:xfrm>
            <a:off x="838200" y="365125"/>
            <a:ext cx="7734300" cy="5619115"/>
          </a:xfrm>
        </p:spPr>
        <p:txBody>
          <a:bodyPr vert="eaVert"/>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B037450-F3C2-D01D-5409-3EA5336A0A96}"/>
              </a:ext>
            </a:extLst>
          </p:cNvPr>
          <p:cNvSpPr>
            <a:spLocks noGrp="1"/>
          </p:cNvSpPr>
          <p:nvPr>
            <p:ph type="dt" sz="half" idx="10"/>
          </p:nvPr>
        </p:nvSpPr>
        <p:spPr>
          <a:xfrm>
            <a:off x="838200" y="5726861"/>
            <a:ext cx="2743200" cy="365125"/>
          </a:xfrm>
        </p:spPr>
        <p:txBody>
          <a:bodyPr/>
          <a:lstStyle>
            <a:lvl1pPr>
              <a:defRPr>
                <a:solidFill>
                  <a:schemeClr val="bg1"/>
                </a:solidFill>
              </a:defRPr>
            </a:lvl1pPr>
          </a:lstStyle>
          <a:p>
            <a:fld id="{7E1F66B9-56F5-4B42-AE20-E71E7BA58FDC}" type="datetimeFigureOut">
              <a:rPr lang="en-US" smtClean="0"/>
              <a:pPr/>
              <a:t>7/10/2025</a:t>
            </a:fld>
            <a:endParaRPr lang="en-US" dirty="0"/>
          </a:p>
        </p:txBody>
      </p:sp>
      <p:sp>
        <p:nvSpPr>
          <p:cNvPr id="5" name="Footer Placeholder 4">
            <a:extLst>
              <a:ext uri="{FF2B5EF4-FFF2-40B4-BE49-F238E27FC236}">
                <a16:creationId xmlns:a16="http://schemas.microsoft.com/office/drawing/2014/main" id="{B9B1B8BE-28CF-3623-713F-5C45AE6D5033}"/>
              </a:ext>
            </a:extLst>
          </p:cNvPr>
          <p:cNvSpPr>
            <a:spLocks noGrp="1"/>
          </p:cNvSpPr>
          <p:nvPr>
            <p:ph type="ftr" sz="quarter" idx="11"/>
          </p:nvPr>
        </p:nvSpPr>
        <p:spPr>
          <a:xfrm>
            <a:off x="4038600" y="5726861"/>
            <a:ext cx="4114800"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2714A7ED-70CB-7E59-956E-CB67682E7FB9}"/>
              </a:ext>
            </a:extLst>
          </p:cNvPr>
          <p:cNvSpPr>
            <a:spLocks noGrp="1"/>
          </p:cNvSpPr>
          <p:nvPr>
            <p:ph type="sldNum" sz="quarter" idx="12"/>
          </p:nvPr>
        </p:nvSpPr>
        <p:spPr>
          <a:xfrm>
            <a:off x="8610600" y="5726861"/>
            <a:ext cx="2743200" cy="365125"/>
          </a:xfrm>
        </p:spPr>
        <p:txBody>
          <a:bodyPr/>
          <a:lstStyle>
            <a:lvl1pPr>
              <a:defRPr>
                <a:solidFill>
                  <a:schemeClr val="bg1"/>
                </a:solidFill>
              </a:defRPr>
            </a:lvl1pPr>
          </a:lstStyle>
          <a:p>
            <a:fld id="{274C2EAC-212C-4C6F-83D8-E18916E726B1}" type="slidenum">
              <a:rPr lang="en-US" smtClean="0"/>
              <a:pPr/>
              <a:t>‹#›</a:t>
            </a:fld>
            <a:endParaRPr lang="en-US" dirty="0"/>
          </a:p>
        </p:txBody>
      </p:sp>
    </p:spTree>
    <p:extLst>
      <p:ext uri="{BB962C8B-B14F-4D97-AF65-F5344CB8AC3E}">
        <p14:creationId xmlns:p14="http://schemas.microsoft.com/office/powerpoint/2010/main" val="67070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3A7828-EAFC-1756-91AF-DFC302078B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50D5C5-DFDB-4F59-D275-7BAE007CF7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D0F815-9C99-0161-5C33-E5AC77175F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1F66B9-56F5-4B42-AE20-E71E7BA58FDC}" type="datetimeFigureOut">
              <a:rPr lang="en-US" smtClean="0"/>
              <a:t>7/10/2025</a:t>
            </a:fld>
            <a:endParaRPr lang="en-US" dirty="0"/>
          </a:p>
        </p:txBody>
      </p:sp>
      <p:sp>
        <p:nvSpPr>
          <p:cNvPr id="5" name="Footer Placeholder 4">
            <a:extLst>
              <a:ext uri="{FF2B5EF4-FFF2-40B4-BE49-F238E27FC236}">
                <a16:creationId xmlns:a16="http://schemas.microsoft.com/office/drawing/2014/main" id="{FA1B03E1-D87C-EE0C-A150-5351FCBF22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0EA988B-FAB3-A629-79A3-20406BBAE8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4C2EAC-212C-4C6F-83D8-E18916E726B1}" type="slidenum">
              <a:rPr lang="en-US" smtClean="0"/>
              <a:t>‹#›</a:t>
            </a:fld>
            <a:endParaRPr lang="en-US"/>
          </a:p>
        </p:txBody>
      </p:sp>
    </p:spTree>
    <p:extLst>
      <p:ext uri="{BB962C8B-B14F-4D97-AF65-F5344CB8AC3E}">
        <p14:creationId xmlns:p14="http://schemas.microsoft.com/office/powerpoint/2010/main" val="3185090051"/>
      </p:ext>
    </p:extLst>
  </p:cSld>
  <p:clrMap bg1="lt1" tx1="dk1" bg2="lt2" tx2="dk2" accent1="accent1" accent2="accent2" accent3="accent3" accent4="accent4" accent5="accent5" accent6="accent6" hlink="hlink" folHlink="folHlink"/>
  <p:sldLayoutIdLst>
    <p:sldLayoutId id="2147483649" r:id="rId1"/>
    <p:sldLayoutId id="2147483665" r:id="rId2"/>
    <p:sldLayoutId id="2147483662" r:id="rId3"/>
    <p:sldLayoutId id="2147483666" r:id="rId4"/>
    <p:sldLayoutId id="2147483668" r:id="rId5"/>
    <p:sldLayoutId id="2147483670" r:id="rId6"/>
    <p:sldLayoutId id="2147483672" r:id="rId7"/>
    <p:sldLayoutId id="2147483674" r:id="rId8"/>
    <p:sldLayoutId id="2147483676" r:id="rId9"/>
    <p:sldLayoutId id="2147483678" r:id="rId10"/>
    <p:sldLayoutId id="214748368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E89F3-C942-FD2F-379E-4E4ECB47B4EC}"/>
              </a:ext>
            </a:extLst>
          </p:cNvPr>
          <p:cNvSpPr>
            <a:spLocks noGrp="1"/>
          </p:cNvSpPr>
          <p:nvPr>
            <p:ph type="ctrTitle"/>
          </p:nvPr>
        </p:nvSpPr>
        <p:spPr/>
        <p:txBody>
          <a:bodyPr/>
          <a:lstStyle/>
          <a:p>
            <a:r>
              <a:rPr lang="en-US" dirty="0"/>
              <a:t>Prison to Profession</a:t>
            </a:r>
            <a:br>
              <a:rPr lang="en-US" dirty="0"/>
            </a:br>
            <a:endParaRPr lang="en-US" dirty="0"/>
          </a:p>
        </p:txBody>
      </p:sp>
      <p:sp>
        <p:nvSpPr>
          <p:cNvPr id="3" name="Subtitle 2">
            <a:extLst>
              <a:ext uri="{FF2B5EF4-FFF2-40B4-BE49-F238E27FC236}">
                <a16:creationId xmlns:a16="http://schemas.microsoft.com/office/drawing/2014/main" id="{1650FFE5-8277-FE21-9DF2-5FD987F3AE06}"/>
              </a:ext>
            </a:extLst>
          </p:cNvPr>
          <p:cNvSpPr>
            <a:spLocks noGrp="1"/>
          </p:cNvSpPr>
          <p:nvPr>
            <p:ph type="subTitle" idx="1"/>
          </p:nvPr>
        </p:nvSpPr>
        <p:spPr/>
        <p:txBody>
          <a:bodyPr/>
          <a:lstStyle/>
          <a:p>
            <a:r>
              <a:rPr lang="en-US" dirty="0"/>
              <a:t>A data analysis project exploring the intersection of incarceration, education, and employment opportunities in Kentucky.</a:t>
            </a:r>
          </a:p>
        </p:txBody>
      </p:sp>
    </p:spTree>
    <p:extLst>
      <p:ext uri="{BB962C8B-B14F-4D97-AF65-F5344CB8AC3E}">
        <p14:creationId xmlns:p14="http://schemas.microsoft.com/office/powerpoint/2010/main" val="3965571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31451-C8B6-BD65-7012-F64C485AA532}"/>
              </a:ext>
            </a:extLst>
          </p:cNvPr>
          <p:cNvSpPr>
            <a:spLocks noGrp="1"/>
          </p:cNvSpPr>
          <p:nvPr>
            <p:ph type="title"/>
          </p:nvPr>
        </p:nvSpPr>
        <p:spPr/>
        <p:txBody>
          <a:bodyPr/>
          <a:lstStyle/>
          <a:p>
            <a:r>
              <a:rPr lang="en-US" dirty="0"/>
              <a:t>Project Overview</a:t>
            </a:r>
          </a:p>
        </p:txBody>
      </p:sp>
      <p:pic>
        <p:nvPicPr>
          <p:cNvPr id="8" name="Picture Placeholder 7" descr="Long shot of several buildings">
            <a:extLst>
              <a:ext uri="{FF2B5EF4-FFF2-40B4-BE49-F238E27FC236}">
                <a16:creationId xmlns:a16="http://schemas.microsoft.com/office/drawing/2014/main" id="{EA406253-910B-D8E6-7D36-F82C0BEF20A0}"/>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4387" r="14387"/>
          <a:stretch>
            <a:fillRect/>
          </a:stretch>
        </p:blipFill>
        <p:spPr/>
      </p:pic>
      <p:sp>
        <p:nvSpPr>
          <p:cNvPr id="4" name="Text Placeholder 3">
            <a:extLst>
              <a:ext uri="{FF2B5EF4-FFF2-40B4-BE49-F238E27FC236}">
                <a16:creationId xmlns:a16="http://schemas.microsoft.com/office/drawing/2014/main" id="{1BA58A04-C547-3203-8E4E-B52B6770571F}"/>
              </a:ext>
            </a:extLst>
          </p:cNvPr>
          <p:cNvSpPr>
            <a:spLocks noGrp="1"/>
          </p:cNvSpPr>
          <p:nvPr>
            <p:ph type="body" sz="half" idx="2"/>
          </p:nvPr>
        </p:nvSpPr>
        <p:spPr/>
        <p:txBody>
          <a:bodyPr/>
          <a:lstStyle/>
          <a:p>
            <a:r>
              <a:rPr lang="en-US" dirty="0"/>
              <a:t>In February 2025, Ashland Community and Technical College began offering an Associate in Arts program at Little Sandy Correctional Complex in Sandy Hook, Kentucky. </a:t>
            </a:r>
            <a:br>
              <a:rPr lang="en-US" dirty="0"/>
            </a:br>
            <a:endParaRPr lang="en-US" dirty="0"/>
          </a:p>
        </p:txBody>
      </p:sp>
    </p:spTree>
    <p:extLst>
      <p:ext uri="{BB962C8B-B14F-4D97-AF65-F5344CB8AC3E}">
        <p14:creationId xmlns:p14="http://schemas.microsoft.com/office/powerpoint/2010/main" val="2112531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700EA-2412-7BF7-3CEC-2391A1563F54}"/>
              </a:ext>
            </a:extLst>
          </p:cNvPr>
          <p:cNvSpPr>
            <a:spLocks noGrp="1"/>
          </p:cNvSpPr>
          <p:nvPr>
            <p:ph type="title"/>
          </p:nvPr>
        </p:nvSpPr>
        <p:spPr>
          <a:xfrm>
            <a:off x="838200" y="754739"/>
            <a:ext cx="10515600" cy="854075"/>
          </a:xfrm>
        </p:spPr>
        <p:txBody>
          <a:bodyPr/>
          <a:lstStyle/>
          <a:p>
            <a:r>
              <a:rPr lang="en-US" dirty="0"/>
              <a:t>Project Overview</a:t>
            </a:r>
          </a:p>
        </p:txBody>
      </p:sp>
      <p:sp>
        <p:nvSpPr>
          <p:cNvPr id="3" name="Content Placeholder 2">
            <a:extLst>
              <a:ext uri="{FF2B5EF4-FFF2-40B4-BE49-F238E27FC236}">
                <a16:creationId xmlns:a16="http://schemas.microsoft.com/office/drawing/2014/main" id="{543991B8-41C2-43C2-7D15-D1DFFA45CB65}"/>
              </a:ext>
            </a:extLst>
          </p:cNvPr>
          <p:cNvSpPr>
            <a:spLocks noGrp="1"/>
          </p:cNvSpPr>
          <p:nvPr>
            <p:ph idx="1"/>
          </p:nvPr>
        </p:nvSpPr>
        <p:spPr>
          <a:xfrm>
            <a:off x="838200" y="1714306"/>
            <a:ext cx="10515600" cy="4168775"/>
          </a:xfrm>
        </p:spPr>
        <p:txBody>
          <a:bodyPr/>
          <a:lstStyle/>
          <a:p>
            <a:r>
              <a:rPr lang="en-US" dirty="0"/>
              <a:t>By analyzing demographic microdata and occupational projections, the project highlights how educational attainment </a:t>
            </a:r>
            <a:r>
              <a:rPr lang="en-US"/>
              <a:t>among incarcerated </a:t>
            </a:r>
            <a:r>
              <a:rPr lang="en-US" dirty="0"/>
              <a:t>individuals aligns--or fails to align—-with high-demand, high-wage jobs in the state.</a:t>
            </a:r>
          </a:p>
          <a:p>
            <a:r>
              <a:rPr lang="en-US" dirty="0"/>
              <a:t>By identifying these gaps, the college can better demonstrate need for the program—information that may support program planning, accreditation processes, grant applications, and outreach to potential students.</a:t>
            </a:r>
          </a:p>
          <a:p>
            <a:endParaRPr lang="en-US" dirty="0"/>
          </a:p>
        </p:txBody>
      </p:sp>
    </p:spTree>
    <p:extLst>
      <p:ext uri="{BB962C8B-B14F-4D97-AF65-F5344CB8AC3E}">
        <p14:creationId xmlns:p14="http://schemas.microsoft.com/office/powerpoint/2010/main" val="1202998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E8F3-1ACE-A1FB-87C5-B73D7BB9EEC0}"/>
              </a:ext>
            </a:extLst>
          </p:cNvPr>
          <p:cNvSpPr>
            <a:spLocks noGrp="1"/>
          </p:cNvSpPr>
          <p:nvPr>
            <p:ph type="ctrTitle"/>
          </p:nvPr>
        </p:nvSpPr>
        <p:spPr/>
        <p:txBody>
          <a:bodyPr/>
          <a:lstStyle/>
          <a:p>
            <a:r>
              <a:rPr lang="en-US" dirty="0"/>
              <a:t>Key Findings</a:t>
            </a:r>
          </a:p>
        </p:txBody>
      </p:sp>
    </p:spTree>
    <p:extLst>
      <p:ext uri="{BB962C8B-B14F-4D97-AF65-F5344CB8AC3E}">
        <p14:creationId xmlns:p14="http://schemas.microsoft.com/office/powerpoint/2010/main" val="3412969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8ACFA-BA59-968E-1D20-0851563311D7}"/>
              </a:ext>
            </a:extLst>
          </p:cNvPr>
          <p:cNvSpPr>
            <a:spLocks noGrp="1"/>
          </p:cNvSpPr>
          <p:nvPr>
            <p:ph type="title"/>
          </p:nvPr>
        </p:nvSpPr>
        <p:spPr/>
        <p:txBody>
          <a:bodyPr/>
          <a:lstStyle/>
          <a:p>
            <a:r>
              <a:rPr lang="en-US" dirty="0"/>
              <a:t>Finding # 1:</a:t>
            </a:r>
            <a:br>
              <a:rPr lang="en-US" dirty="0"/>
            </a:br>
            <a:r>
              <a:rPr lang="en-US" dirty="0"/>
              <a:t>Educational Attainment</a:t>
            </a:r>
          </a:p>
        </p:txBody>
      </p:sp>
      <p:pic>
        <p:nvPicPr>
          <p:cNvPr id="6" name="Picture Placeholder 5" descr="A graph of a graph with text&#10;&#10;AI-generated content may be incorrect.">
            <a:extLst>
              <a:ext uri="{FF2B5EF4-FFF2-40B4-BE49-F238E27FC236}">
                <a16:creationId xmlns:a16="http://schemas.microsoft.com/office/drawing/2014/main" id="{9DB3C73B-A449-EF1F-0B0F-8FBE47980F51}"/>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125" r="1125"/>
          <a:stretch>
            <a:fillRect/>
          </a:stretch>
        </p:blipFill>
        <p:spPr/>
      </p:pic>
      <p:sp>
        <p:nvSpPr>
          <p:cNvPr id="4" name="Text Placeholder 3">
            <a:extLst>
              <a:ext uri="{FF2B5EF4-FFF2-40B4-BE49-F238E27FC236}">
                <a16:creationId xmlns:a16="http://schemas.microsoft.com/office/drawing/2014/main" id="{F7249AEA-E717-93F4-60E8-60871EFA0A84}"/>
              </a:ext>
            </a:extLst>
          </p:cNvPr>
          <p:cNvSpPr>
            <a:spLocks noGrp="1"/>
          </p:cNvSpPr>
          <p:nvPr>
            <p:ph type="body" sz="half" idx="2"/>
          </p:nvPr>
        </p:nvSpPr>
        <p:spPr/>
        <p:txBody>
          <a:bodyPr/>
          <a:lstStyle/>
          <a:p>
            <a:r>
              <a:rPr lang="en-US" dirty="0"/>
              <a:t>Incarcerated individuals in Kentucky are more likely to have completed some college or less, and are significantly less likely to hold a college degree compared to the general population.</a:t>
            </a:r>
          </a:p>
          <a:p>
            <a:endParaRPr lang="en-US" dirty="0"/>
          </a:p>
          <a:p>
            <a:r>
              <a:rPr lang="en-US" dirty="0"/>
              <a:t>This indicates a significant educational gap for incarcerated Kentuckians.</a:t>
            </a:r>
          </a:p>
          <a:p>
            <a:endParaRPr lang="en-US" dirty="0"/>
          </a:p>
        </p:txBody>
      </p:sp>
    </p:spTree>
    <p:extLst>
      <p:ext uri="{BB962C8B-B14F-4D97-AF65-F5344CB8AC3E}">
        <p14:creationId xmlns:p14="http://schemas.microsoft.com/office/powerpoint/2010/main" val="3463863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AC554-F176-418F-EB7D-EB772EDDA4A9}"/>
              </a:ext>
            </a:extLst>
          </p:cNvPr>
          <p:cNvSpPr>
            <a:spLocks noGrp="1"/>
          </p:cNvSpPr>
          <p:nvPr>
            <p:ph type="title"/>
          </p:nvPr>
        </p:nvSpPr>
        <p:spPr/>
        <p:txBody>
          <a:bodyPr/>
          <a:lstStyle/>
          <a:p>
            <a:r>
              <a:rPr lang="en-US"/>
              <a:t>Finding #2:</a:t>
            </a:r>
            <a:br>
              <a:rPr lang="en-US"/>
            </a:br>
            <a:r>
              <a:rPr lang="en-US"/>
              <a:t>Employment</a:t>
            </a:r>
            <a:endParaRPr lang="en-US" dirty="0"/>
          </a:p>
        </p:txBody>
      </p:sp>
      <p:sp>
        <p:nvSpPr>
          <p:cNvPr id="4" name="Text Placeholder 3">
            <a:extLst>
              <a:ext uri="{FF2B5EF4-FFF2-40B4-BE49-F238E27FC236}">
                <a16:creationId xmlns:a16="http://schemas.microsoft.com/office/drawing/2014/main" id="{2D6848AE-C654-5013-DAA6-BC282785C56E}"/>
              </a:ext>
            </a:extLst>
          </p:cNvPr>
          <p:cNvSpPr>
            <a:spLocks noGrp="1"/>
          </p:cNvSpPr>
          <p:nvPr>
            <p:ph type="body" sz="half" idx="2"/>
          </p:nvPr>
        </p:nvSpPr>
        <p:spPr/>
        <p:txBody>
          <a:bodyPr/>
          <a:lstStyle/>
          <a:p>
            <a:r>
              <a:rPr lang="en-US" dirty="0"/>
              <a:t>Incarcerated Kentuckians are more likely than non-incarcerated Kentuckians to be working in jobs projected to grow by 5% or more (“high-demand”), but less likely to be in jobs paying $50,000 or more (“high-wage”).</a:t>
            </a:r>
          </a:p>
          <a:p>
            <a:r>
              <a:rPr lang="en-US" dirty="0"/>
              <a:t>This indicates that many incarcerated individuals work in in-demand but low-paying roles.</a:t>
            </a:r>
          </a:p>
          <a:p>
            <a:endParaRPr lang="en-US" dirty="0"/>
          </a:p>
        </p:txBody>
      </p:sp>
      <p:pic>
        <p:nvPicPr>
          <p:cNvPr id="10" name="Picture 9" descr="A screenshot of a graph&#10;&#10;AI-generated content may be incorrect.">
            <a:extLst>
              <a:ext uri="{FF2B5EF4-FFF2-40B4-BE49-F238E27FC236}">
                <a16:creationId xmlns:a16="http://schemas.microsoft.com/office/drawing/2014/main" id="{75207DC2-96CD-7B5B-1B45-04DFD3D357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2025" y="1005835"/>
            <a:ext cx="6431363" cy="4846330"/>
          </a:xfrm>
          <a:prstGeom prst="rect">
            <a:avLst/>
          </a:prstGeom>
        </p:spPr>
      </p:pic>
    </p:spTree>
    <p:extLst>
      <p:ext uri="{BB962C8B-B14F-4D97-AF65-F5344CB8AC3E}">
        <p14:creationId xmlns:p14="http://schemas.microsoft.com/office/powerpoint/2010/main" val="3969537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C9DC6-5845-F17F-DDD0-85B751E2005D}"/>
              </a:ext>
            </a:extLst>
          </p:cNvPr>
          <p:cNvSpPr>
            <a:spLocks noGrp="1"/>
          </p:cNvSpPr>
          <p:nvPr>
            <p:ph type="title"/>
          </p:nvPr>
        </p:nvSpPr>
        <p:spPr/>
        <p:txBody>
          <a:bodyPr/>
          <a:lstStyle/>
          <a:p>
            <a:r>
              <a:rPr lang="en-US" dirty="0"/>
              <a:t>Finding #3:</a:t>
            </a:r>
            <a:br>
              <a:rPr lang="en-US" dirty="0"/>
            </a:br>
            <a:r>
              <a:rPr lang="en-US" dirty="0"/>
              <a:t>Employment Opportunities</a:t>
            </a:r>
          </a:p>
        </p:txBody>
      </p:sp>
      <p:sp>
        <p:nvSpPr>
          <p:cNvPr id="4" name="Text Placeholder 3">
            <a:extLst>
              <a:ext uri="{FF2B5EF4-FFF2-40B4-BE49-F238E27FC236}">
                <a16:creationId xmlns:a16="http://schemas.microsoft.com/office/drawing/2014/main" id="{304FD29F-7AD7-3174-EC4F-9BDAEE88D2A5}"/>
              </a:ext>
            </a:extLst>
          </p:cNvPr>
          <p:cNvSpPr>
            <a:spLocks noGrp="1"/>
          </p:cNvSpPr>
          <p:nvPr>
            <p:ph type="body" sz="half" idx="2"/>
          </p:nvPr>
        </p:nvSpPr>
        <p:spPr>
          <a:xfrm>
            <a:off x="839788" y="2280036"/>
            <a:ext cx="3932237" cy="3811588"/>
          </a:xfrm>
        </p:spPr>
        <p:txBody>
          <a:bodyPr>
            <a:normAutofit fontScale="92500" lnSpcReduction="10000"/>
          </a:bodyPr>
          <a:lstStyle/>
          <a:p>
            <a:r>
              <a:rPr lang="en-US" dirty="0"/>
              <a:t>While no high-demand, high-wage jobs were listed for an associate degree, postsecondary nondegree awards (such as certificates or diplomas) and bachelor degrees account for a significant number of employment opportunities.</a:t>
            </a:r>
          </a:p>
          <a:p>
            <a:endParaRPr lang="en-US" dirty="0"/>
          </a:p>
          <a:p>
            <a:r>
              <a:rPr lang="en-US" dirty="0"/>
              <a:t>This indicates the importance of not only offering certificate, diploma, and associate degree programs to incarcerated individuals, but also building pathways for students to continue their education after release.</a:t>
            </a:r>
          </a:p>
          <a:p>
            <a:endParaRPr lang="en-US" dirty="0"/>
          </a:p>
        </p:txBody>
      </p:sp>
      <p:pic>
        <p:nvPicPr>
          <p:cNvPr id="10" name="Picture 9" descr="A blue and white chart with text&#10;&#10;AI-generated content may be incorrect.">
            <a:extLst>
              <a:ext uri="{FF2B5EF4-FFF2-40B4-BE49-F238E27FC236}">
                <a16:creationId xmlns:a16="http://schemas.microsoft.com/office/drawing/2014/main" id="{63CAC5F9-B735-7A8E-6B25-CB9646B058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2101" y="1005835"/>
            <a:ext cx="6367746" cy="4846330"/>
          </a:xfrm>
          <a:prstGeom prst="rect">
            <a:avLst/>
          </a:prstGeom>
        </p:spPr>
      </p:pic>
    </p:spTree>
    <p:extLst>
      <p:ext uri="{BB962C8B-B14F-4D97-AF65-F5344CB8AC3E}">
        <p14:creationId xmlns:p14="http://schemas.microsoft.com/office/powerpoint/2010/main" val="2372287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27902-DA23-1D54-041F-641AB3A5375C}"/>
              </a:ext>
            </a:extLst>
          </p:cNvPr>
          <p:cNvSpPr>
            <a:spLocks noGrp="1"/>
          </p:cNvSpPr>
          <p:nvPr>
            <p:ph type="ctrTitle"/>
          </p:nvPr>
        </p:nvSpPr>
        <p:spPr>
          <a:xfrm>
            <a:off x="1524000" y="1535832"/>
            <a:ext cx="9144000" cy="2387600"/>
          </a:xfrm>
        </p:spPr>
        <p:txBody>
          <a:bodyPr/>
          <a:lstStyle/>
          <a:p>
            <a:r>
              <a:rPr lang="en-US" dirty="0"/>
              <a:t>Limitations </a:t>
            </a:r>
            <a:br>
              <a:rPr lang="en-US" dirty="0"/>
            </a:br>
            <a:r>
              <a:rPr lang="en-US" dirty="0"/>
              <a:t>and Data Issues</a:t>
            </a:r>
          </a:p>
        </p:txBody>
      </p:sp>
    </p:spTree>
    <p:extLst>
      <p:ext uri="{BB962C8B-B14F-4D97-AF65-F5344CB8AC3E}">
        <p14:creationId xmlns:p14="http://schemas.microsoft.com/office/powerpoint/2010/main" val="2289412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5EF78AD-DDD5-F236-0D4E-8AE873D8B710}"/>
              </a:ext>
            </a:extLst>
          </p:cNvPr>
          <p:cNvSpPr>
            <a:spLocks noGrp="1"/>
          </p:cNvSpPr>
          <p:nvPr>
            <p:ph type="body" idx="1"/>
          </p:nvPr>
        </p:nvSpPr>
        <p:spPr>
          <a:xfrm>
            <a:off x="955040" y="3346409"/>
            <a:ext cx="10392410" cy="1500187"/>
          </a:xfrm>
        </p:spPr>
        <p:txBody>
          <a:bodyPr/>
          <a:lstStyle/>
          <a:p>
            <a:r>
              <a:rPr lang="en-US" dirty="0"/>
              <a:t>The dataset does not include a direct “incarcerated” flag. Incarceration status had to be estimated using variables such as group quarters type, age, and income. This approach may have excluded some individuals or introduced classification errors.</a:t>
            </a:r>
          </a:p>
          <a:p>
            <a:endParaRPr lang="en-US" dirty="0"/>
          </a:p>
        </p:txBody>
      </p:sp>
      <p:sp>
        <p:nvSpPr>
          <p:cNvPr id="3" name="Title 2">
            <a:extLst>
              <a:ext uri="{FF2B5EF4-FFF2-40B4-BE49-F238E27FC236}">
                <a16:creationId xmlns:a16="http://schemas.microsoft.com/office/drawing/2014/main" id="{64EC913E-0A97-EA4D-1AFA-BB4E1E647656}"/>
              </a:ext>
            </a:extLst>
          </p:cNvPr>
          <p:cNvSpPr>
            <a:spLocks noGrp="1"/>
          </p:cNvSpPr>
          <p:nvPr>
            <p:ph type="title"/>
          </p:nvPr>
        </p:nvSpPr>
        <p:spPr>
          <a:xfrm>
            <a:off x="955040" y="430239"/>
            <a:ext cx="10392410" cy="2426833"/>
          </a:xfrm>
        </p:spPr>
        <p:txBody>
          <a:bodyPr/>
          <a:lstStyle/>
          <a:p>
            <a:r>
              <a:rPr lang="en-US" dirty="0"/>
              <a:t>Data Issue #1: Determining Incarceration </a:t>
            </a:r>
            <a:r>
              <a:rPr lang="en-US" dirty="0" err="1"/>
              <a:t>STatus</a:t>
            </a:r>
            <a:endParaRPr lang="en-US" dirty="0"/>
          </a:p>
        </p:txBody>
      </p:sp>
    </p:spTree>
    <p:extLst>
      <p:ext uri="{BB962C8B-B14F-4D97-AF65-F5344CB8AC3E}">
        <p14:creationId xmlns:p14="http://schemas.microsoft.com/office/powerpoint/2010/main" val="3577415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15037-5C98-E9E0-1DB1-2B0AB6AAA7C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19204D9-5BDC-CC39-BBE0-698259DCAEAC}"/>
              </a:ext>
            </a:extLst>
          </p:cNvPr>
          <p:cNvSpPr>
            <a:spLocks noGrp="1"/>
          </p:cNvSpPr>
          <p:nvPr>
            <p:ph type="body" idx="1"/>
          </p:nvPr>
        </p:nvSpPr>
        <p:spPr>
          <a:xfrm>
            <a:off x="955040" y="3200400"/>
            <a:ext cx="10392410" cy="1751161"/>
          </a:xfrm>
        </p:spPr>
        <p:txBody>
          <a:bodyPr>
            <a:normAutofit/>
          </a:bodyPr>
          <a:lstStyle/>
          <a:p>
            <a:pPr lvl="0"/>
            <a:r>
              <a:rPr lang="en-US" dirty="0"/>
              <a:t>Some individuals were dropped during the merge of ACS housing and demographic data because their serial numbers were not found in the housing dataset. This likely reflects missing or excluded housing data for certain household, such as those in institutional settings.</a:t>
            </a:r>
          </a:p>
        </p:txBody>
      </p:sp>
      <p:sp>
        <p:nvSpPr>
          <p:cNvPr id="3" name="Title 2">
            <a:extLst>
              <a:ext uri="{FF2B5EF4-FFF2-40B4-BE49-F238E27FC236}">
                <a16:creationId xmlns:a16="http://schemas.microsoft.com/office/drawing/2014/main" id="{77A4B671-E229-3DE4-4B24-39A0DE8CE290}"/>
              </a:ext>
            </a:extLst>
          </p:cNvPr>
          <p:cNvSpPr>
            <a:spLocks noGrp="1"/>
          </p:cNvSpPr>
          <p:nvPr>
            <p:ph type="title"/>
          </p:nvPr>
        </p:nvSpPr>
        <p:spPr>
          <a:xfrm>
            <a:off x="955040" y="430239"/>
            <a:ext cx="10392410" cy="2426833"/>
          </a:xfrm>
        </p:spPr>
        <p:txBody>
          <a:bodyPr/>
          <a:lstStyle/>
          <a:p>
            <a:r>
              <a:rPr lang="en-US" dirty="0"/>
              <a:t>Data Issue #2: Combining Datasets</a:t>
            </a:r>
          </a:p>
        </p:txBody>
      </p:sp>
    </p:spTree>
    <p:extLst>
      <p:ext uri="{BB962C8B-B14F-4D97-AF65-F5344CB8AC3E}">
        <p14:creationId xmlns:p14="http://schemas.microsoft.com/office/powerpoint/2010/main" val="1106272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9BA3C-0A7A-E607-6ABD-3552A64053E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18383E4-A649-2F64-EEFE-1610BDC2DF52}"/>
              </a:ext>
            </a:extLst>
          </p:cNvPr>
          <p:cNvSpPr>
            <a:spLocks noGrp="1"/>
          </p:cNvSpPr>
          <p:nvPr>
            <p:ph type="body" idx="1"/>
          </p:nvPr>
        </p:nvSpPr>
        <p:spPr>
          <a:xfrm>
            <a:off x="955040" y="3346409"/>
            <a:ext cx="10392410" cy="1500187"/>
          </a:xfrm>
        </p:spPr>
        <p:txBody>
          <a:bodyPr/>
          <a:lstStyle/>
          <a:p>
            <a:pPr lvl="0"/>
            <a:r>
              <a:rPr lang="en-US" dirty="0"/>
              <a:t>Although the Census dataset is large, merging issues as well as limiting the analysis to Kentucky left a sample of 504 likely incarcerated individuals, which restricts regional or subgroup analysis.</a:t>
            </a:r>
          </a:p>
        </p:txBody>
      </p:sp>
      <p:sp>
        <p:nvSpPr>
          <p:cNvPr id="3" name="Title 2">
            <a:extLst>
              <a:ext uri="{FF2B5EF4-FFF2-40B4-BE49-F238E27FC236}">
                <a16:creationId xmlns:a16="http://schemas.microsoft.com/office/drawing/2014/main" id="{A940CD6B-8DDC-C17B-340A-0BA58689AAA0}"/>
              </a:ext>
            </a:extLst>
          </p:cNvPr>
          <p:cNvSpPr>
            <a:spLocks noGrp="1"/>
          </p:cNvSpPr>
          <p:nvPr>
            <p:ph type="title"/>
          </p:nvPr>
        </p:nvSpPr>
        <p:spPr>
          <a:xfrm>
            <a:off x="955040" y="430239"/>
            <a:ext cx="10392410" cy="2426833"/>
          </a:xfrm>
        </p:spPr>
        <p:txBody>
          <a:bodyPr/>
          <a:lstStyle/>
          <a:p>
            <a:r>
              <a:rPr lang="en-US" dirty="0"/>
              <a:t>Data Issue #3: Sample Size</a:t>
            </a:r>
          </a:p>
        </p:txBody>
      </p:sp>
    </p:spTree>
    <p:extLst>
      <p:ext uri="{BB962C8B-B14F-4D97-AF65-F5344CB8AC3E}">
        <p14:creationId xmlns:p14="http://schemas.microsoft.com/office/powerpoint/2010/main" val="2069388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B978F7E-06D1-C9F6-D839-CFE299971B28}"/>
              </a:ext>
            </a:extLst>
          </p:cNvPr>
          <p:cNvSpPr>
            <a:spLocks noGrp="1"/>
          </p:cNvSpPr>
          <p:nvPr>
            <p:ph type="body" idx="1"/>
          </p:nvPr>
        </p:nvSpPr>
        <p:spPr>
          <a:xfrm>
            <a:off x="955040" y="2018540"/>
            <a:ext cx="10392410" cy="3889280"/>
          </a:xfrm>
        </p:spPr>
        <p:txBody>
          <a:bodyPr>
            <a:normAutofit/>
          </a:bodyPr>
          <a:lstStyle/>
          <a:p>
            <a:pPr marL="457200" indent="-457200">
              <a:buAutoNum type="arabicPeriod"/>
            </a:pPr>
            <a:r>
              <a:rPr lang="en-US" dirty="0"/>
              <a:t>Incarcerated individuals in Kentucky are less likely to have the education necessary to attain high-demand, high-wage jobs.</a:t>
            </a:r>
          </a:p>
          <a:p>
            <a:pPr marL="457200" indent="-457200">
              <a:buAutoNum type="arabicPeriod"/>
            </a:pPr>
            <a:r>
              <a:rPr lang="en-US" dirty="0"/>
              <a:t>Postsecondary programs can offer incarcerated individuals pathways to high-demand, high-wage employment by:</a:t>
            </a:r>
          </a:p>
          <a:p>
            <a:pPr marL="914400" lvl="1" indent="-457200">
              <a:buFont typeface="Arial" panose="020B0604020202020204" pitchFamily="34" charset="0"/>
              <a:buChar char="•"/>
            </a:pPr>
            <a:r>
              <a:rPr lang="en-US" dirty="0">
                <a:solidFill>
                  <a:schemeClr val="bg1"/>
                </a:solidFill>
              </a:rPr>
              <a:t>Offering certificate and diploma programs</a:t>
            </a:r>
          </a:p>
          <a:p>
            <a:pPr marL="914400" lvl="1" indent="-457200">
              <a:buFont typeface="Arial" panose="020B0604020202020204" pitchFamily="34" charset="0"/>
              <a:buChar char="•"/>
            </a:pPr>
            <a:r>
              <a:rPr lang="en-US" dirty="0">
                <a:solidFill>
                  <a:schemeClr val="bg1"/>
                </a:solidFill>
              </a:rPr>
              <a:t>Offering associate degree programs leading to transfer to a bachelor degree-granting institution</a:t>
            </a:r>
          </a:p>
        </p:txBody>
      </p:sp>
      <p:sp>
        <p:nvSpPr>
          <p:cNvPr id="3" name="Title 2">
            <a:extLst>
              <a:ext uri="{FF2B5EF4-FFF2-40B4-BE49-F238E27FC236}">
                <a16:creationId xmlns:a16="http://schemas.microsoft.com/office/drawing/2014/main" id="{347CBF4D-7B01-B07E-0649-386333DC6582}"/>
              </a:ext>
            </a:extLst>
          </p:cNvPr>
          <p:cNvSpPr>
            <a:spLocks noGrp="1"/>
          </p:cNvSpPr>
          <p:nvPr>
            <p:ph type="title"/>
          </p:nvPr>
        </p:nvSpPr>
        <p:spPr>
          <a:xfrm>
            <a:off x="955040" y="-754502"/>
            <a:ext cx="10392410" cy="2426833"/>
          </a:xfrm>
        </p:spPr>
        <p:txBody>
          <a:bodyPr/>
          <a:lstStyle/>
          <a:p>
            <a:r>
              <a:rPr lang="en-US" dirty="0"/>
              <a:t>Conclusions</a:t>
            </a:r>
          </a:p>
        </p:txBody>
      </p:sp>
    </p:spTree>
    <p:extLst>
      <p:ext uri="{BB962C8B-B14F-4D97-AF65-F5344CB8AC3E}">
        <p14:creationId xmlns:p14="http://schemas.microsoft.com/office/powerpoint/2010/main" val="1781353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3EF6B-5FE9-E70A-D694-89D0209B93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2A24E3-40BE-B0E4-13D5-40259EAD5E58}"/>
              </a:ext>
            </a:extLst>
          </p:cNvPr>
          <p:cNvSpPr>
            <a:spLocks noGrp="1"/>
          </p:cNvSpPr>
          <p:nvPr>
            <p:ph type="title"/>
          </p:nvPr>
        </p:nvSpPr>
        <p:spPr/>
        <p:txBody>
          <a:bodyPr/>
          <a:lstStyle/>
          <a:p>
            <a:r>
              <a:rPr lang="en-US" dirty="0"/>
              <a:t>Additional Considerations and Applications</a:t>
            </a:r>
          </a:p>
        </p:txBody>
      </p:sp>
      <p:sp>
        <p:nvSpPr>
          <p:cNvPr id="4" name="Text Placeholder 3">
            <a:extLst>
              <a:ext uri="{FF2B5EF4-FFF2-40B4-BE49-F238E27FC236}">
                <a16:creationId xmlns:a16="http://schemas.microsoft.com/office/drawing/2014/main" id="{B053255F-5F7D-ABC8-9367-CDE17CBFFBA7}"/>
              </a:ext>
            </a:extLst>
          </p:cNvPr>
          <p:cNvSpPr>
            <a:spLocks noGrp="1"/>
          </p:cNvSpPr>
          <p:nvPr>
            <p:ph type="body" sz="half" idx="2"/>
          </p:nvPr>
        </p:nvSpPr>
        <p:spPr/>
        <p:txBody>
          <a:bodyPr/>
          <a:lstStyle/>
          <a:p>
            <a:r>
              <a:rPr lang="en-US" dirty="0"/>
              <a:t>For future projects, cleaned data from this project can also be used to explore the benefits of specific programs at Ashland Community and Technical College, especially those for which an Associate’s Degree is not strictly required but common and desirable. </a:t>
            </a:r>
          </a:p>
          <a:p>
            <a:endParaRPr lang="en-US" dirty="0"/>
          </a:p>
          <a:p>
            <a:r>
              <a:rPr lang="en-US" b="1" dirty="0"/>
              <a:t>Example:</a:t>
            </a:r>
            <a:r>
              <a:rPr lang="en-US" dirty="0"/>
              <a:t> Healthcare Occupations Utilizing an Associate in Applied Science Degree</a:t>
            </a:r>
          </a:p>
          <a:p>
            <a:endParaRPr lang="en-US" dirty="0"/>
          </a:p>
        </p:txBody>
      </p:sp>
      <p:pic>
        <p:nvPicPr>
          <p:cNvPr id="6" name="Picture 5">
            <a:extLst>
              <a:ext uri="{FF2B5EF4-FFF2-40B4-BE49-F238E27FC236}">
                <a16:creationId xmlns:a16="http://schemas.microsoft.com/office/drawing/2014/main" id="{E1C2CF41-02C6-AAA5-6187-2CB6F387ACCA}"/>
              </a:ext>
            </a:extLst>
          </p:cNvPr>
          <p:cNvPicPr>
            <a:picLocks noChangeAspect="1"/>
          </p:cNvPicPr>
          <p:nvPr/>
        </p:nvPicPr>
        <p:blipFill>
          <a:blip r:embed="rId2"/>
          <a:stretch>
            <a:fillRect/>
          </a:stretch>
        </p:blipFill>
        <p:spPr>
          <a:xfrm>
            <a:off x="4772024" y="947391"/>
            <a:ext cx="6580187" cy="4963218"/>
          </a:xfrm>
          <a:prstGeom prst="rect">
            <a:avLst/>
          </a:prstGeom>
        </p:spPr>
      </p:pic>
    </p:spTree>
    <p:extLst>
      <p:ext uri="{BB962C8B-B14F-4D97-AF65-F5344CB8AC3E}">
        <p14:creationId xmlns:p14="http://schemas.microsoft.com/office/powerpoint/2010/main" val="3051523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6A1D0-B05A-104D-3223-DDEE6E475B99}"/>
              </a:ext>
            </a:extLst>
          </p:cNvPr>
          <p:cNvSpPr>
            <a:spLocks noGrp="1"/>
          </p:cNvSpPr>
          <p:nvPr>
            <p:ph type="title"/>
          </p:nvPr>
        </p:nvSpPr>
        <p:spPr/>
        <p:txBody>
          <a:bodyPr/>
          <a:lstStyle/>
          <a:p>
            <a:r>
              <a:rPr lang="en-US" dirty="0"/>
              <a:t>Additional Considerations and Applications</a:t>
            </a:r>
          </a:p>
        </p:txBody>
      </p:sp>
      <p:sp>
        <p:nvSpPr>
          <p:cNvPr id="4" name="Text Placeholder 3">
            <a:extLst>
              <a:ext uri="{FF2B5EF4-FFF2-40B4-BE49-F238E27FC236}">
                <a16:creationId xmlns:a16="http://schemas.microsoft.com/office/drawing/2014/main" id="{EFC2DE03-BD56-D16D-CD3E-DDBC1344AEB3}"/>
              </a:ext>
            </a:extLst>
          </p:cNvPr>
          <p:cNvSpPr>
            <a:spLocks noGrp="1"/>
          </p:cNvSpPr>
          <p:nvPr>
            <p:ph type="body" sz="half" idx="2"/>
          </p:nvPr>
        </p:nvSpPr>
        <p:spPr/>
        <p:txBody>
          <a:bodyPr/>
          <a:lstStyle/>
          <a:p>
            <a:r>
              <a:rPr lang="en-US" dirty="0"/>
              <a:t>The cleaned data from this project can also be used to explore the benefits of and need for potential occupational training programs ACTC does not already offer. </a:t>
            </a:r>
          </a:p>
          <a:p>
            <a:endParaRPr lang="en-US" dirty="0"/>
          </a:p>
          <a:p>
            <a:r>
              <a:rPr lang="en-US" b="1" dirty="0"/>
              <a:t>**Example:**</a:t>
            </a:r>
            <a:r>
              <a:rPr lang="en-US" dirty="0"/>
              <a:t> Carpentry and Barbering</a:t>
            </a:r>
          </a:p>
        </p:txBody>
      </p:sp>
      <p:pic>
        <p:nvPicPr>
          <p:cNvPr id="10" name="Picture 9" descr="A close-up of a computer screen&#10;&#10;AI-generated content may be incorrect.">
            <a:extLst>
              <a:ext uri="{FF2B5EF4-FFF2-40B4-BE49-F238E27FC236}">
                <a16:creationId xmlns:a16="http://schemas.microsoft.com/office/drawing/2014/main" id="{255C1B81-30CB-5045-BD56-2F3F3507A3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2025" y="1443544"/>
            <a:ext cx="6735788" cy="3374143"/>
          </a:xfrm>
          <a:prstGeom prst="rect">
            <a:avLst/>
          </a:prstGeom>
        </p:spPr>
      </p:pic>
    </p:spTree>
    <p:extLst>
      <p:ext uri="{BB962C8B-B14F-4D97-AF65-F5344CB8AC3E}">
        <p14:creationId xmlns:p14="http://schemas.microsoft.com/office/powerpoint/2010/main" val="1215546209"/>
      </p:ext>
    </p:extLst>
  </p:cSld>
  <p:clrMapOvr>
    <a:masterClrMapping/>
  </p:clrMapOvr>
</p:sld>
</file>

<file path=ppt/theme/theme1.xml><?xml version="1.0" encoding="utf-8"?>
<a:theme xmlns:a="http://schemas.openxmlformats.org/drawingml/2006/main" name="Office Theme">
  <a:themeElements>
    <a:clrScheme name="KCTCS">
      <a:dk1>
        <a:srgbClr val="00467F"/>
      </a:dk1>
      <a:lt1>
        <a:sysClr val="window" lastClr="FFFFFF"/>
      </a:lt1>
      <a:dk2>
        <a:srgbClr val="011E41"/>
      </a:dk2>
      <a:lt2>
        <a:srgbClr val="E7A614"/>
      </a:lt2>
      <a:accent1>
        <a:srgbClr val="FFD100"/>
      </a:accent1>
      <a:accent2>
        <a:srgbClr val="011E41"/>
      </a:accent2>
      <a:accent3>
        <a:srgbClr val="A7A8A9"/>
      </a:accent3>
      <a:accent4>
        <a:srgbClr val="E7A614"/>
      </a:accent4>
      <a:accent5>
        <a:srgbClr val="005CB9"/>
      </a:accent5>
      <a:accent6>
        <a:srgbClr val="3CB4E5"/>
      </a:accent6>
      <a:hlink>
        <a:srgbClr val="FFFFFF"/>
      </a:hlink>
      <a:folHlink>
        <a:srgbClr val="3CB4E5"/>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Autofit/>
      </a:bodyPr>
      <a:lstStyle>
        <a:defPPr algn="l">
          <a:defRPr sz="2400" b="0" dirty="0" smtClean="0"/>
        </a:defPPr>
      </a:lstStyle>
    </a:txDef>
  </a:objectDefaults>
  <a:extraClrSchemeLst/>
  <a:extLst>
    <a:ext uri="{05A4C25C-085E-4340-85A3-A5531E510DB2}">
      <thm15:themeFamily xmlns:thm15="http://schemas.microsoft.com/office/thememl/2012/main" name="Ashland_PPT_2024_blue.pptx" id="{BA1EC16E-67AC-4803-9A87-7F9AF481B91D}" vid="{79F1D0E8-8CB7-45D6-969A-D996310F052E}"/>
    </a:ext>
  </a:extLst>
</a:theme>
</file>

<file path=docProps/app.xml><?xml version="1.0" encoding="utf-8"?>
<Properties xmlns="http://schemas.openxmlformats.org/officeDocument/2006/extended-properties" xmlns:vt="http://schemas.openxmlformats.org/officeDocument/2006/docPropsVTypes">
  <Template>Ashland_PPT_2024_blue</Template>
  <TotalTime>51</TotalTime>
  <Words>598</Words>
  <Application>Microsoft Office PowerPoint</Application>
  <PresentationFormat>Widescreen</PresentationFormat>
  <Paragraphs>39</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Century Gothic</vt:lpstr>
      <vt:lpstr>Office Theme</vt:lpstr>
      <vt:lpstr>Prison to Profession </vt:lpstr>
      <vt:lpstr>Project Overview</vt:lpstr>
      <vt:lpstr>Project Overview</vt:lpstr>
      <vt:lpstr>Key Findings</vt:lpstr>
      <vt:lpstr>Finding # 1: Educational Attainment</vt:lpstr>
      <vt:lpstr>Finding #2: Employment</vt:lpstr>
      <vt:lpstr>Finding #3: Employment Opportunities</vt:lpstr>
      <vt:lpstr>Limitations  and Data Issues</vt:lpstr>
      <vt:lpstr>Data Issue #1: Determining Incarceration STatus</vt:lpstr>
      <vt:lpstr>Data Issue #2: Combining Datasets</vt:lpstr>
      <vt:lpstr>Data Issue #3: Sample Size</vt:lpstr>
      <vt:lpstr>Conclusions</vt:lpstr>
      <vt:lpstr>Additional Considerations and Applications</vt:lpstr>
      <vt:lpstr>Additional Considerations and Applications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Skidmore, Ashley (Ashland)</dc:creator>
  <cp:lastModifiedBy>Skidmore, Ashley (Ashland)</cp:lastModifiedBy>
  <cp:revision>1</cp:revision>
  <dcterms:created xsi:type="dcterms:W3CDTF">2025-07-06T20:09:00Z</dcterms:created>
  <dcterms:modified xsi:type="dcterms:W3CDTF">2025-07-10T21:51:46Z</dcterms:modified>
</cp:coreProperties>
</file>